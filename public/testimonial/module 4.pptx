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7" r:id="rId1"/>
  </p:sldMasterIdLst>
  <p:notesMasterIdLst>
    <p:notesMasterId r:id="rId87"/>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318"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9" r:id="rId33"/>
    <p:sldId id="316" r:id="rId34"/>
    <p:sldId id="290" r:id="rId35"/>
    <p:sldId id="291" r:id="rId36"/>
    <p:sldId id="317" r:id="rId37"/>
    <p:sldId id="293" r:id="rId38"/>
    <p:sldId id="287" r:id="rId39"/>
    <p:sldId id="294" r:id="rId40"/>
    <p:sldId id="295" r:id="rId41"/>
    <p:sldId id="296" r:id="rId42"/>
    <p:sldId id="297" r:id="rId43"/>
    <p:sldId id="298" r:id="rId44"/>
    <p:sldId id="28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29" r:id="rId62"/>
    <p:sldId id="315" r:id="rId63"/>
    <p:sldId id="321" r:id="rId64"/>
    <p:sldId id="319" r:id="rId65"/>
    <p:sldId id="322" r:id="rId66"/>
    <p:sldId id="320" r:id="rId67"/>
    <p:sldId id="323" r:id="rId68"/>
    <p:sldId id="324" r:id="rId69"/>
    <p:sldId id="325" r:id="rId70"/>
    <p:sldId id="336" r:id="rId71"/>
    <p:sldId id="328" r:id="rId72"/>
    <p:sldId id="330" r:id="rId73"/>
    <p:sldId id="337" r:id="rId74"/>
    <p:sldId id="331" r:id="rId75"/>
    <p:sldId id="332" r:id="rId76"/>
    <p:sldId id="333" r:id="rId77"/>
    <p:sldId id="334" r:id="rId78"/>
    <p:sldId id="338" r:id="rId79"/>
    <p:sldId id="345" r:id="rId80"/>
    <p:sldId id="339" r:id="rId81"/>
    <p:sldId id="340" r:id="rId82"/>
    <p:sldId id="341" r:id="rId83"/>
    <p:sldId id="342" r:id="rId84"/>
    <p:sldId id="343" r:id="rId85"/>
    <p:sldId id="344" r:id="rId8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slide" Target="slides/slide67.xml" /><Relationship Id="rId76" Type="http://schemas.openxmlformats.org/officeDocument/2006/relationships/slide" Target="slides/slide75.xml" /><Relationship Id="rId84" Type="http://schemas.openxmlformats.org/officeDocument/2006/relationships/slide" Target="slides/slide83.xml" /><Relationship Id="rId89" Type="http://schemas.openxmlformats.org/officeDocument/2006/relationships/viewProps" Target="viewProps.xml" /><Relationship Id="rId7" Type="http://schemas.openxmlformats.org/officeDocument/2006/relationships/slide" Target="slides/slide6.xml" /><Relationship Id="rId71" Type="http://schemas.openxmlformats.org/officeDocument/2006/relationships/slide" Target="slides/slide70.xml" /><Relationship Id="rId92" Type="http://schemas.microsoft.com/office/2016/11/relationships/changesInfo" Target="changesInfos/changesInfo1.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slide" Target="slides/slide73.xml" /><Relationship Id="rId79" Type="http://schemas.openxmlformats.org/officeDocument/2006/relationships/slide" Target="slides/slide78.xml" /><Relationship Id="rId87" Type="http://schemas.openxmlformats.org/officeDocument/2006/relationships/notesMaster" Target="notesMasters/notesMaster1.xml" /><Relationship Id="rId5" Type="http://schemas.openxmlformats.org/officeDocument/2006/relationships/slide" Target="slides/slide4.xml" /><Relationship Id="rId61" Type="http://schemas.openxmlformats.org/officeDocument/2006/relationships/slide" Target="slides/slide60.xml" /><Relationship Id="rId82" Type="http://schemas.openxmlformats.org/officeDocument/2006/relationships/slide" Target="slides/slide81.xml" /><Relationship Id="rId90" Type="http://schemas.openxmlformats.org/officeDocument/2006/relationships/theme" Target="theme/theme1.xml" /><Relationship Id="rId19" Type="http://schemas.openxmlformats.org/officeDocument/2006/relationships/slide" Target="slides/slide1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presProps" Target="presProps.xml" /><Relationship Id="rId91"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4" Type="http://schemas.openxmlformats.org/officeDocument/2006/relationships/slide" Target="slides/slide3.xml" /><Relationship Id="rId9" Type="http://schemas.openxmlformats.org/officeDocument/2006/relationships/slide" Target="slides/slide8.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hila V M" userId="5fcc93c5837a92cc" providerId="LiveId" clId="{AA57B9DB-CBF0-4474-ACB6-3BD1F25B99EF}"/>
    <pc:docChg chg="undo redo custSel addSld delSld modSld">
      <pc:chgData name="Suhila V M" userId="5fcc93c5837a92cc" providerId="LiveId" clId="{AA57B9DB-CBF0-4474-ACB6-3BD1F25B99EF}" dt="2026-03-18T00:37:45.365" v="2910" actId="15"/>
      <pc:docMkLst>
        <pc:docMk/>
      </pc:docMkLst>
      <pc:sldChg chg="modSp new mod">
        <pc:chgData name="Suhila V M" userId="5fcc93c5837a92cc" providerId="LiveId" clId="{AA57B9DB-CBF0-4474-ACB6-3BD1F25B99EF}" dt="2026-02-27T01:26:57.688" v="31" actId="27636"/>
        <pc:sldMkLst>
          <pc:docMk/>
          <pc:sldMk cId="2299742338" sldId="256"/>
        </pc:sldMkLst>
        <pc:spChg chg="mod">
          <ac:chgData name="Suhila V M" userId="5fcc93c5837a92cc" providerId="LiveId" clId="{AA57B9DB-CBF0-4474-ACB6-3BD1F25B99EF}" dt="2026-02-27T01:26:25.458" v="26" actId="121"/>
          <ac:spMkLst>
            <pc:docMk/>
            <pc:sldMk cId="2299742338" sldId="256"/>
            <ac:spMk id="2" creationId="{AD18A21F-18E6-4EA7-6033-6986CEC7F4E0}"/>
          </ac:spMkLst>
        </pc:spChg>
        <pc:spChg chg="mod">
          <ac:chgData name="Suhila V M" userId="5fcc93c5837a92cc" providerId="LiveId" clId="{AA57B9DB-CBF0-4474-ACB6-3BD1F25B99EF}" dt="2026-02-27T01:26:57.688" v="31" actId="27636"/>
          <ac:spMkLst>
            <pc:docMk/>
            <pc:sldMk cId="2299742338" sldId="256"/>
            <ac:spMk id="3" creationId="{D7407C22-A7FA-BFF3-E15F-333EF7D5F261}"/>
          </ac:spMkLst>
        </pc:spChg>
      </pc:sldChg>
      <pc:sldChg chg="modSp new mod">
        <pc:chgData name="Suhila V M" userId="5fcc93c5837a92cc" providerId="LiveId" clId="{AA57B9DB-CBF0-4474-ACB6-3BD1F25B99EF}" dt="2026-02-27T02:08:26.209" v="194" actId="123"/>
        <pc:sldMkLst>
          <pc:docMk/>
          <pc:sldMk cId="1929826108" sldId="257"/>
        </pc:sldMkLst>
        <pc:spChg chg="mod">
          <ac:chgData name="Suhila V M" userId="5fcc93c5837a92cc" providerId="LiveId" clId="{AA57B9DB-CBF0-4474-ACB6-3BD1F25B99EF}" dt="2026-02-27T01:32:53.511" v="79" actId="1076"/>
          <ac:spMkLst>
            <pc:docMk/>
            <pc:sldMk cId="1929826108" sldId="257"/>
            <ac:spMk id="2" creationId="{50AF9D74-F735-DABB-C725-CEB4D1EE83EE}"/>
          </ac:spMkLst>
        </pc:spChg>
        <pc:spChg chg="mod">
          <ac:chgData name="Suhila V M" userId="5fcc93c5837a92cc" providerId="LiveId" clId="{AA57B9DB-CBF0-4474-ACB6-3BD1F25B99EF}" dt="2026-02-27T02:08:26.209" v="194" actId="123"/>
          <ac:spMkLst>
            <pc:docMk/>
            <pc:sldMk cId="1929826108" sldId="257"/>
            <ac:spMk id="3" creationId="{604CB04A-C821-4108-7533-FAFB506168EE}"/>
          </ac:spMkLst>
        </pc:spChg>
      </pc:sldChg>
      <pc:sldChg chg="delSp modSp new mod">
        <pc:chgData name="Suhila V M" userId="5fcc93c5837a92cc" providerId="LiveId" clId="{AA57B9DB-CBF0-4474-ACB6-3BD1F25B99EF}" dt="2026-02-27T01:33:50.118" v="94" actId="123"/>
        <pc:sldMkLst>
          <pc:docMk/>
          <pc:sldMk cId="1679509500" sldId="258"/>
        </pc:sldMkLst>
        <pc:spChg chg="mod">
          <ac:chgData name="Suhila V M" userId="5fcc93c5837a92cc" providerId="LiveId" clId="{AA57B9DB-CBF0-4474-ACB6-3BD1F25B99EF}" dt="2026-02-27T01:33:50.118" v="94" actId="123"/>
          <ac:spMkLst>
            <pc:docMk/>
            <pc:sldMk cId="1679509500" sldId="258"/>
            <ac:spMk id="3" creationId="{570C83E3-081C-794B-86BA-F725C37CC909}"/>
          </ac:spMkLst>
        </pc:spChg>
      </pc:sldChg>
      <pc:sldChg chg="modSp new mod">
        <pc:chgData name="Suhila V M" userId="5fcc93c5837a92cc" providerId="LiveId" clId="{AA57B9DB-CBF0-4474-ACB6-3BD1F25B99EF}" dt="2026-02-27T02:08:33.098" v="195" actId="123"/>
        <pc:sldMkLst>
          <pc:docMk/>
          <pc:sldMk cId="2335917937" sldId="260"/>
        </pc:sldMkLst>
        <pc:spChg chg="mod">
          <ac:chgData name="Suhila V M" userId="5fcc93c5837a92cc" providerId="LiveId" clId="{AA57B9DB-CBF0-4474-ACB6-3BD1F25B99EF}" dt="2026-02-27T01:57:48.148" v="104"/>
          <ac:spMkLst>
            <pc:docMk/>
            <pc:sldMk cId="2335917937" sldId="260"/>
            <ac:spMk id="2" creationId="{E3C08C02-9BDE-4629-B477-BBFF02EE5C9B}"/>
          </ac:spMkLst>
        </pc:spChg>
        <pc:spChg chg="mod">
          <ac:chgData name="Suhila V M" userId="5fcc93c5837a92cc" providerId="LiveId" clId="{AA57B9DB-CBF0-4474-ACB6-3BD1F25B99EF}" dt="2026-02-27T02:08:33.098" v="195" actId="123"/>
          <ac:spMkLst>
            <pc:docMk/>
            <pc:sldMk cId="2335917937" sldId="260"/>
            <ac:spMk id="3" creationId="{00C7F2D4-5F17-14EE-5BAF-58D3786F9805}"/>
          </ac:spMkLst>
        </pc:spChg>
      </pc:sldChg>
      <pc:sldChg chg="modSp new mod">
        <pc:chgData name="Suhila V M" userId="5fcc93c5837a92cc" providerId="LiveId" clId="{AA57B9DB-CBF0-4474-ACB6-3BD1F25B99EF}" dt="2026-02-27T02:08:40.898" v="196" actId="123"/>
        <pc:sldMkLst>
          <pc:docMk/>
          <pc:sldMk cId="3276446391" sldId="261"/>
        </pc:sldMkLst>
        <pc:spChg chg="mod">
          <ac:chgData name="Suhila V M" userId="5fcc93c5837a92cc" providerId="LiveId" clId="{AA57B9DB-CBF0-4474-ACB6-3BD1F25B99EF}" dt="2026-02-27T02:00:34.900" v="120"/>
          <ac:spMkLst>
            <pc:docMk/>
            <pc:sldMk cId="3276446391" sldId="261"/>
            <ac:spMk id="2" creationId="{29A1A0FE-20A6-C6AC-1813-73429435C0DD}"/>
          </ac:spMkLst>
        </pc:spChg>
        <pc:spChg chg="mod">
          <ac:chgData name="Suhila V M" userId="5fcc93c5837a92cc" providerId="LiveId" clId="{AA57B9DB-CBF0-4474-ACB6-3BD1F25B99EF}" dt="2026-02-27T02:08:40.898" v="196" actId="123"/>
          <ac:spMkLst>
            <pc:docMk/>
            <pc:sldMk cId="3276446391" sldId="261"/>
            <ac:spMk id="3" creationId="{C7C12F2F-68F1-AC3D-B34D-DA53707D4E8D}"/>
          </ac:spMkLst>
        </pc:spChg>
      </pc:sldChg>
      <pc:sldChg chg="delSp modSp new mod">
        <pc:chgData name="Suhila V M" userId="5fcc93c5837a92cc" providerId="LiveId" clId="{AA57B9DB-CBF0-4474-ACB6-3BD1F25B99EF}" dt="2026-02-27T02:08:47.814" v="197" actId="123"/>
        <pc:sldMkLst>
          <pc:docMk/>
          <pc:sldMk cId="1927933071" sldId="262"/>
        </pc:sldMkLst>
        <pc:spChg chg="mod">
          <ac:chgData name="Suhila V M" userId="5fcc93c5837a92cc" providerId="LiveId" clId="{AA57B9DB-CBF0-4474-ACB6-3BD1F25B99EF}" dt="2026-02-27T02:08:47.814" v="197" actId="123"/>
          <ac:spMkLst>
            <pc:docMk/>
            <pc:sldMk cId="1927933071" sldId="262"/>
            <ac:spMk id="3" creationId="{DC95A249-F688-98F1-041D-E47BD5983630}"/>
          </ac:spMkLst>
        </pc:spChg>
      </pc:sldChg>
      <pc:sldChg chg="modSp new mod">
        <pc:chgData name="Suhila V M" userId="5fcc93c5837a92cc" providerId="LiveId" clId="{AA57B9DB-CBF0-4474-ACB6-3BD1F25B99EF}" dt="2026-02-27T02:08:53.266" v="198" actId="123"/>
        <pc:sldMkLst>
          <pc:docMk/>
          <pc:sldMk cId="3759706671" sldId="263"/>
        </pc:sldMkLst>
        <pc:spChg chg="mod">
          <ac:chgData name="Suhila V M" userId="5fcc93c5837a92cc" providerId="LiveId" clId="{AA57B9DB-CBF0-4474-ACB6-3BD1F25B99EF}" dt="2026-02-27T02:04:02.466" v="152" actId="20577"/>
          <ac:spMkLst>
            <pc:docMk/>
            <pc:sldMk cId="3759706671" sldId="263"/>
            <ac:spMk id="2" creationId="{9070E568-FD11-38A3-4AB8-E0B83B42CB0F}"/>
          </ac:spMkLst>
        </pc:spChg>
        <pc:spChg chg="mod">
          <ac:chgData name="Suhila V M" userId="5fcc93c5837a92cc" providerId="LiveId" clId="{AA57B9DB-CBF0-4474-ACB6-3BD1F25B99EF}" dt="2026-02-27T02:08:53.266" v="198" actId="123"/>
          <ac:spMkLst>
            <pc:docMk/>
            <pc:sldMk cId="3759706671" sldId="263"/>
            <ac:spMk id="3" creationId="{96816D72-CC14-6305-3695-751321B21D8C}"/>
          </ac:spMkLst>
        </pc:spChg>
      </pc:sldChg>
      <pc:sldChg chg="modSp new mod">
        <pc:chgData name="Suhila V M" userId="5fcc93c5837a92cc" providerId="LiveId" clId="{AA57B9DB-CBF0-4474-ACB6-3BD1F25B99EF}" dt="2026-02-27T02:08:58.291" v="199" actId="123"/>
        <pc:sldMkLst>
          <pc:docMk/>
          <pc:sldMk cId="1625330949" sldId="264"/>
        </pc:sldMkLst>
        <pc:spChg chg="mod">
          <ac:chgData name="Suhila V M" userId="5fcc93c5837a92cc" providerId="LiveId" clId="{AA57B9DB-CBF0-4474-ACB6-3BD1F25B99EF}" dt="2026-02-27T02:08:58.291" v="199" actId="123"/>
          <ac:spMkLst>
            <pc:docMk/>
            <pc:sldMk cId="1625330949" sldId="264"/>
            <ac:spMk id="3" creationId="{8D76786C-7F80-58D8-9DBA-575901C1A3A9}"/>
          </ac:spMkLst>
        </pc:spChg>
      </pc:sldChg>
      <pc:sldChg chg="modSp new mod">
        <pc:chgData name="Suhila V M" userId="5fcc93c5837a92cc" providerId="LiveId" clId="{AA57B9DB-CBF0-4474-ACB6-3BD1F25B99EF}" dt="2026-02-27T02:09:03.120" v="200" actId="123"/>
        <pc:sldMkLst>
          <pc:docMk/>
          <pc:sldMk cId="223598918" sldId="265"/>
        </pc:sldMkLst>
        <pc:spChg chg="mod">
          <ac:chgData name="Suhila V M" userId="5fcc93c5837a92cc" providerId="LiveId" clId="{AA57B9DB-CBF0-4474-ACB6-3BD1F25B99EF}" dt="2026-02-27T02:07:18.277" v="177" actId="20577"/>
          <ac:spMkLst>
            <pc:docMk/>
            <pc:sldMk cId="223598918" sldId="265"/>
            <ac:spMk id="2" creationId="{EBBFBB8D-916C-DF3E-201D-E05CCA59D57A}"/>
          </ac:spMkLst>
        </pc:spChg>
        <pc:spChg chg="mod">
          <ac:chgData name="Suhila V M" userId="5fcc93c5837a92cc" providerId="LiveId" clId="{AA57B9DB-CBF0-4474-ACB6-3BD1F25B99EF}" dt="2026-02-27T02:09:03.120" v="200" actId="123"/>
          <ac:spMkLst>
            <pc:docMk/>
            <pc:sldMk cId="223598918" sldId="265"/>
            <ac:spMk id="3" creationId="{9103BA7F-DE20-5FF2-B768-7C1B86D65CE4}"/>
          </ac:spMkLst>
        </pc:spChg>
      </pc:sldChg>
      <pc:sldChg chg="modSp new mod">
        <pc:chgData name="Suhila V M" userId="5fcc93c5837a92cc" providerId="LiveId" clId="{AA57B9DB-CBF0-4474-ACB6-3BD1F25B99EF}" dt="2026-02-27T02:28:10.036" v="232"/>
        <pc:sldMkLst>
          <pc:docMk/>
          <pc:sldMk cId="662047358" sldId="266"/>
        </pc:sldMkLst>
        <pc:spChg chg="mod">
          <ac:chgData name="Suhila V M" userId="5fcc93c5837a92cc" providerId="LiveId" clId="{AA57B9DB-CBF0-4474-ACB6-3BD1F25B99EF}" dt="2026-02-27T02:27:47.699" v="230" actId="20577"/>
          <ac:spMkLst>
            <pc:docMk/>
            <pc:sldMk cId="662047358" sldId="266"/>
            <ac:spMk id="2" creationId="{8A53DF5F-B762-3D1A-7724-E064D8A2A6D6}"/>
          </ac:spMkLst>
        </pc:spChg>
        <pc:spChg chg="mod">
          <ac:chgData name="Suhila V M" userId="5fcc93c5837a92cc" providerId="LiveId" clId="{AA57B9DB-CBF0-4474-ACB6-3BD1F25B99EF}" dt="2026-02-27T02:28:10.036" v="232"/>
          <ac:spMkLst>
            <pc:docMk/>
            <pc:sldMk cId="662047358" sldId="266"/>
            <ac:spMk id="3" creationId="{07DEC390-B344-89D5-37EA-1397F2B7C51C}"/>
          </ac:spMkLst>
        </pc:spChg>
      </pc:sldChg>
      <pc:sldChg chg="addSp delSp modSp new mod">
        <pc:chgData name="Suhila V M" userId="5fcc93c5837a92cc" providerId="LiveId" clId="{AA57B9DB-CBF0-4474-ACB6-3BD1F25B99EF}" dt="2026-02-27T02:40:45.309" v="355" actId="5793"/>
        <pc:sldMkLst>
          <pc:docMk/>
          <pc:sldMk cId="3282717338" sldId="267"/>
        </pc:sldMkLst>
        <pc:spChg chg="mod">
          <ac:chgData name="Suhila V M" userId="5fcc93c5837a92cc" providerId="LiveId" clId="{AA57B9DB-CBF0-4474-ACB6-3BD1F25B99EF}" dt="2026-02-27T02:40:45.309" v="355" actId="5793"/>
          <ac:spMkLst>
            <pc:docMk/>
            <pc:sldMk cId="3282717338" sldId="267"/>
            <ac:spMk id="3" creationId="{D2A97A42-55C3-E989-816E-B56C84F3BFDD}"/>
          </ac:spMkLst>
        </pc:spChg>
        <pc:picChg chg="add mod">
          <ac:chgData name="Suhila V M" userId="5fcc93c5837a92cc" providerId="LiveId" clId="{AA57B9DB-CBF0-4474-ACB6-3BD1F25B99EF}" dt="2026-02-27T02:38:18.366" v="293" actId="14100"/>
          <ac:picMkLst>
            <pc:docMk/>
            <pc:sldMk cId="3282717338" sldId="267"/>
            <ac:picMk id="7" creationId="{6F8646CA-4BCA-9FF1-AC6A-A898E178D19B}"/>
          </ac:picMkLst>
        </pc:picChg>
      </pc:sldChg>
      <pc:sldChg chg="delSp modSp new mod">
        <pc:chgData name="Suhila V M" userId="5fcc93c5837a92cc" providerId="LiveId" clId="{AA57B9DB-CBF0-4474-ACB6-3BD1F25B99EF}" dt="2026-02-27T02:39:33.353" v="313" actId="14100"/>
        <pc:sldMkLst>
          <pc:docMk/>
          <pc:sldMk cId="3977770822" sldId="268"/>
        </pc:sldMkLst>
        <pc:spChg chg="mod">
          <ac:chgData name="Suhila V M" userId="5fcc93c5837a92cc" providerId="LiveId" clId="{AA57B9DB-CBF0-4474-ACB6-3BD1F25B99EF}" dt="2026-02-27T02:39:33.353" v="313" actId="14100"/>
          <ac:spMkLst>
            <pc:docMk/>
            <pc:sldMk cId="3977770822" sldId="268"/>
            <ac:spMk id="3" creationId="{8D08DFF0-9332-158E-62D3-DE36D6537DCD}"/>
          </ac:spMkLst>
        </pc:spChg>
      </pc:sldChg>
      <pc:sldChg chg="addSp delSp modSp new mod">
        <pc:chgData name="Suhila V M" userId="5fcc93c5837a92cc" providerId="LiveId" clId="{AA57B9DB-CBF0-4474-ACB6-3BD1F25B99EF}" dt="2026-02-27T02:43:00.995" v="391" actId="14100"/>
        <pc:sldMkLst>
          <pc:docMk/>
          <pc:sldMk cId="1310240140" sldId="269"/>
        </pc:sldMkLst>
        <pc:spChg chg="mod">
          <ac:chgData name="Suhila V M" userId="5fcc93c5837a92cc" providerId="LiveId" clId="{AA57B9DB-CBF0-4474-ACB6-3BD1F25B99EF}" dt="2026-02-27T02:42:54.172" v="389" actId="14100"/>
          <ac:spMkLst>
            <pc:docMk/>
            <pc:sldMk cId="1310240140" sldId="269"/>
            <ac:spMk id="3" creationId="{A35ACD1E-98A7-75E0-CF16-D4E164C5C891}"/>
          </ac:spMkLst>
        </pc:spChg>
        <pc:picChg chg="add mod">
          <ac:chgData name="Suhila V M" userId="5fcc93c5837a92cc" providerId="LiveId" clId="{AA57B9DB-CBF0-4474-ACB6-3BD1F25B99EF}" dt="2026-02-27T02:43:00.995" v="391" actId="14100"/>
          <ac:picMkLst>
            <pc:docMk/>
            <pc:sldMk cId="1310240140" sldId="269"/>
            <ac:picMk id="5" creationId="{21952C3C-C152-2827-E67F-EAB573C6160B}"/>
          </ac:picMkLst>
        </pc:picChg>
      </pc:sldChg>
      <pc:sldChg chg="modSp new mod">
        <pc:chgData name="Suhila V M" userId="5fcc93c5837a92cc" providerId="LiveId" clId="{AA57B9DB-CBF0-4474-ACB6-3BD1F25B99EF}" dt="2026-03-02T10:54:41.305" v="840" actId="1076"/>
        <pc:sldMkLst>
          <pc:docMk/>
          <pc:sldMk cId="2160096149" sldId="270"/>
        </pc:sldMkLst>
        <pc:spChg chg="mod">
          <ac:chgData name="Suhila V M" userId="5fcc93c5837a92cc" providerId="LiveId" clId="{AA57B9DB-CBF0-4474-ACB6-3BD1F25B99EF}" dt="2026-03-02T10:45:24.179" v="642"/>
          <ac:spMkLst>
            <pc:docMk/>
            <pc:sldMk cId="2160096149" sldId="270"/>
            <ac:spMk id="2" creationId="{56345EC2-A95D-85DE-1083-4D781226ACCD}"/>
          </ac:spMkLst>
        </pc:spChg>
        <pc:spChg chg="mod">
          <ac:chgData name="Suhila V M" userId="5fcc93c5837a92cc" providerId="LiveId" clId="{AA57B9DB-CBF0-4474-ACB6-3BD1F25B99EF}" dt="2026-03-02T10:54:41.305" v="840" actId="1076"/>
          <ac:spMkLst>
            <pc:docMk/>
            <pc:sldMk cId="2160096149" sldId="270"/>
            <ac:spMk id="3" creationId="{51D3FF94-0D9D-452F-BAF1-312464C4A72B}"/>
          </ac:spMkLst>
        </pc:spChg>
      </pc:sldChg>
      <pc:sldChg chg="modSp new mod">
        <pc:chgData name="Suhila V M" userId="5fcc93c5837a92cc" providerId="LiveId" clId="{AA57B9DB-CBF0-4474-ACB6-3BD1F25B99EF}" dt="2026-03-02T10:47:27.248" v="679" actId="123"/>
        <pc:sldMkLst>
          <pc:docMk/>
          <pc:sldMk cId="1141982195" sldId="271"/>
        </pc:sldMkLst>
        <pc:spChg chg="mod">
          <ac:chgData name="Suhila V M" userId="5fcc93c5837a92cc" providerId="LiveId" clId="{AA57B9DB-CBF0-4474-ACB6-3BD1F25B99EF}" dt="2026-03-02T10:47:27.248" v="679" actId="123"/>
          <ac:spMkLst>
            <pc:docMk/>
            <pc:sldMk cId="1141982195" sldId="271"/>
            <ac:spMk id="3" creationId="{6FF436B4-8221-F63C-7F09-764173A850D6}"/>
          </ac:spMkLst>
        </pc:spChg>
      </pc:sldChg>
      <pc:sldChg chg="modSp new mod">
        <pc:chgData name="Suhila V M" userId="5fcc93c5837a92cc" providerId="LiveId" clId="{AA57B9DB-CBF0-4474-ACB6-3BD1F25B99EF}" dt="2026-03-05T00:57:01.728" v="2030" actId="20577"/>
        <pc:sldMkLst>
          <pc:docMk/>
          <pc:sldMk cId="1604773794" sldId="272"/>
        </pc:sldMkLst>
        <pc:spChg chg="mod">
          <ac:chgData name="Suhila V M" userId="5fcc93c5837a92cc" providerId="LiveId" clId="{AA57B9DB-CBF0-4474-ACB6-3BD1F25B99EF}" dt="2026-03-05T00:57:01.728" v="2030" actId="20577"/>
          <ac:spMkLst>
            <pc:docMk/>
            <pc:sldMk cId="1604773794" sldId="272"/>
            <ac:spMk id="3" creationId="{21333900-A9F1-D368-7449-226CEFD8DBA8}"/>
          </ac:spMkLst>
        </pc:spChg>
      </pc:sldChg>
      <pc:sldChg chg="modSp new mod">
        <pc:chgData name="Suhila V M" userId="5fcc93c5837a92cc" providerId="LiveId" clId="{AA57B9DB-CBF0-4474-ACB6-3BD1F25B99EF}" dt="2026-03-02T10:54:18.774" v="836" actId="20577"/>
        <pc:sldMkLst>
          <pc:docMk/>
          <pc:sldMk cId="3821021122" sldId="273"/>
        </pc:sldMkLst>
        <pc:spChg chg="mod">
          <ac:chgData name="Suhila V M" userId="5fcc93c5837a92cc" providerId="LiveId" clId="{AA57B9DB-CBF0-4474-ACB6-3BD1F25B99EF}" dt="2026-03-02T10:54:18.774" v="836" actId="20577"/>
          <ac:spMkLst>
            <pc:docMk/>
            <pc:sldMk cId="3821021122" sldId="273"/>
            <ac:spMk id="3" creationId="{46C47979-C24E-ECE8-F553-FDF87D982662}"/>
          </ac:spMkLst>
        </pc:spChg>
      </pc:sldChg>
      <pc:sldChg chg="modSp new mod">
        <pc:chgData name="Suhila V M" userId="5fcc93c5837a92cc" providerId="LiveId" clId="{AA57B9DB-CBF0-4474-ACB6-3BD1F25B99EF}" dt="2026-03-05T01:00:45.496" v="2033" actId="1076"/>
        <pc:sldMkLst>
          <pc:docMk/>
          <pc:sldMk cId="4223009129" sldId="274"/>
        </pc:sldMkLst>
        <pc:spChg chg="mod">
          <ac:chgData name="Suhila V M" userId="5fcc93c5837a92cc" providerId="LiveId" clId="{AA57B9DB-CBF0-4474-ACB6-3BD1F25B99EF}" dt="2026-03-05T01:00:45.496" v="2033" actId="1076"/>
          <ac:spMkLst>
            <pc:docMk/>
            <pc:sldMk cId="4223009129" sldId="274"/>
            <ac:spMk id="2" creationId="{C722181C-DA8B-A31A-042E-0B00B08EF173}"/>
          </ac:spMkLst>
        </pc:spChg>
        <pc:spChg chg="mod">
          <ac:chgData name="Suhila V M" userId="5fcc93c5837a92cc" providerId="LiveId" clId="{AA57B9DB-CBF0-4474-ACB6-3BD1F25B99EF}" dt="2026-03-05T01:00:42.411" v="2032" actId="1076"/>
          <ac:spMkLst>
            <pc:docMk/>
            <pc:sldMk cId="4223009129" sldId="274"/>
            <ac:spMk id="3" creationId="{FFD31AC6-8A95-A501-8818-EF2C6475DCCA}"/>
          </ac:spMkLst>
        </pc:spChg>
      </pc:sldChg>
      <pc:sldChg chg="modSp new mod">
        <pc:chgData name="Suhila V M" userId="5fcc93c5837a92cc" providerId="LiveId" clId="{AA57B9DB-CBF0-4474-ACB6-3BD1F25B99EF}" dt="2026-03-02T10:53:27.198" v="809" actId="114"/>
        <pc:sldMkLst>
          <pc:docMk/>
          <pc:sldMk cId="1650986552" sldId="275"/>
        </pc:sldMkLst>
        <pc:spChg chg="mod">
          <ac:chgData name="Suhila V M" userId="5fcc93c5837a92cc" providerId="LiveId" clId="{AA57B9DB-CBF0-4474-ACB6-3BD1F25B99EF}" dt="2026-03-02T10:53:27.198" v="809" actId="114"/>
          <ac:spMkLst>
            <pc:docMk/>
            <pc:sldMk cId="1650986552" sldId="275"/>
            <ac:spMk id="3" creationId="{DDDA24EA-2496-6ED7-852F-DF63A0145A74}"/>
          </ac:spMkLst>
        </pc:spChg>
      </pc:sldChg>
      <pc:sldChg chg="modSp new mod">
        <pc:chgData name="Suhila V M" userId="5fcc93c5837a92cc" providerId="LiveId" clId="{AA57B9DB-CBF0-4474-ACB6-3BD1F25B99EF}" dt="2026-03-02T10:53:15.239" v="806" actId="20577"/>
        <pc:sldMkLst>
          <pc:docMk/>
          <pc:sldMk cId="781998648" sldId="276"/>
        </pc:sldMkLst>
        <pc:spChg chg="mod">
          <ac:chgData name="Suhila V M" userId="5fcc93c5837a92cc" providerId="LiveId" clId="{AA57B9DB-CBF0-4474-ACB6-3BD1F25B99EF}" dt="2026-03-02T10:53:15.239" v="806" actId="20577"/>
          <ac:spMkLst>
            <pc:docMk/>
            <pc:sldMk cId="781998648" sldId="276"/>
            <ac:spMk id="3" creationId="{886CB951-69F1-9A62-CBD9-4809AC6A464A}"/>
          </ac:spMkLst>
        </pc:spChg>
      </pc:sldChg>
      <pc:sldChg chg="modSp new mod">
        <pc:chgData name="Suhila V M" userId="5fcc93c5837a92cc" providerId="LiveId" clId="{AA57B9DB-CBF0-4474-ACB6-3BD1F25B99EF}" dt="2026-03-02T10:51:11.536" v="763" actId="123"/>
        <pc:sldMkLst>
          <pc:docMk/>
          <pc:sldMk cId="288483058" sldId="277"/>
        </pc:sldMkLst>
        <pc:spChg chg="mod">
          <ac:chgData name="Suhila V M" userId="5fcc93c5837a92cc" providerId="LiveId" clId="{AA57B9DB-CBF0-4474-ACB6-3BD1F25B99EF}" dt="2026-03-02T10:50:17.086" v="727"/>
          <ac:spMkLst>
            <pc:docMk/>
            <pc:sldMk cId="288483058" sldId="277"/>
            <ac:spMk id="2" creationId="{D502C80A-5451-FF60-ED3B-1E6B8811A6C6}"/>
          </ac:spMkLst>
        </pc:spChg>
        <pc:spChg chg="mod">
          <ac:chgData name="Suhila V M" userId="5fcc93c5837a92cc" providerId="LiveId" clId="{AA57B9DB-CBF0-4474-ACB6-3BD1F25B99EF}" dt="2026-03-02T10:51:11.536" v="763" actId="123"/>
          <ac:spMkLst>
            <pc:docMk/>
            <pc:sldMk cId="288483058" sldId="277"/>
            <ac:spMk id="3" creationId="{1FFA4FB3-4903-1746-B9C1-60D28A183CBA}"/>
          </ac:spMkLst>
        </pc:spChg>
      </pc:sldChg>
      <pc:sldChg chg="modSp new mod">
        <pc:chgData name="Suhila V M" userId="5fcc93c5837a92cc" providerId="LiveId" clId="{AA57B9DB-CBF0-4474-ACB6-3BD1F25B99EF}" dt="2026-03-02T10:52:05.631" v="775" actId="5793"/>
        <pc:sldMkLst>
          <pc:docMk/>
          <pc:sldMk cId="1782877036" sldId="278"/>
        </pc:sldMkLst>
        <pc:spChg chg="mod">
          <ac:chgData name="Suhila V M" userId="5fcc93c5837a92cc" providerId="LiveId" clId="{AA57B9DB-CBF0-4474-ACB6-3BD1F25B99EF}" dt="2026-03-02T10:52:05.631" v="775" actId="5793"/>
          <ac:spMkLst>
            <pc:docMk/>
            <pc:sldMk cId="1782877036" sldId="278"/>
            <ac:spMk id="3" creationId="{64C9771B-C2F8-8DCC-8BC9-2F9C9F8C03E5}"/>
          </ac:spMkLst>
        </pc:spChg>
      </pc:sldChg>
      <pc:sldChg chg="modSp new mod">
        <pc:chgData name="Suhila V M" userId="5fcc93c5837a92cc" providerId="LiveId" clId="{AA57B9DB-CBF0-4474-ACB6-3BD1F25B99EF}" dt="2026-03-02T10:52:41.166" v="791" actId="20577"/>
        <pc:sldMkLst>
          <pc:docMk/>
          <pc:sldMk cId="658645555" sldId="279"/>
        </pc:sldMkLst>
        <pc:spChg chg="mod">
          <ac:chgData name="Suhila V M" userId="5fcc93c5837a92cc" providerId="LiveId" clId="{AA57B9DB-CBF0-4474-ACB6-3BD1F25B99EF}" dt="2026-03-02T10:52:41.166" v="791" actId="20577"/>
          <ac:spMkLst>
            <pc:docMk/>
            <pc:sldMk cId="658645555" sldId="279"/>
            <ac:spMk id="3" creationId="{D7E0FF31-D1B4-B359-87AB-9CFB050CB886}"/>
          </ac:spMkLst>
        </pc:spChg>
      </pc:sldChg>
      <pc:sldChg chg="addSp delSp modSp new mod">
        <pc:chgData name="Suhila V M" userId="5fcc93c5837a92cc" providerId="LiveId" clId="{AA57B9DB-CBF0-4474-ACB6-3BD1F25B99EF}" dt="2026-03-02T10:55:57.395" v="846" actId="478"/>
        <pc:sldMkLst>
          <pc:docMk/>
          <pc:sldMk cId="3336472693" sldId="280"/>
        </pc:sldMkLst>
        <pc:picChg chg="add mod ord">
          <ac:chgData name="Suhila V M" userId="5fcc93c5837a92cc" providerId="LiveId" clId="{AA57B9DB-CBF0-4474-ACB6-3BD1F25B99EF}" dt="2026-03-02T10:55:55.383" v="845" actId="1076"/>
          <ac:picMkLst>
            <pc:docMk/>
            <pc:sldMk cId="3336472693" sldId="280"/>
            <ac:picMk id="5" creationId="{D6281BF4-B0A6-0443-B690-25DEA70F93B6}"/>
          </ac:picMkLst>
        </pc:picChg>
      </pc:sldChg>
      <pc:sldChg chg="modSp new mod">
        <pc:chgData name="Suhila V M" userId="5fcc93c5837a92cc" providerId="LiveId" clId="{AA57B9DB-CBF0-4474-ACB6-3BD1F25B99EF}" dt="2026-03-03T01:19:11.106" v="1618" actId="255"/>
        <pc:sldMkLst>
          <pc:docMk/>
          <pc:sldMk cId="1949241270" sldId="281"/>
        </pc:sldMkLst>
        <pc:spChg chg="mod">
          <ac:chgData name="Suhila V M" userId="5fcc93c5837a92cc" providerId="LiveId" clId="{AA57B9DB-CBF0-4474-ACB6-3BD1F25B99EF}" dt="2026-03-03T00:06:24.765" v="847"/>
          <ac:spMkLst>
            <pc:docMk/>
            <pc:sldMk cId="1949241270" sldId="281"/>
            <ac:spMk id="2" creationId="{F0504B02-1910-8A1F-D9EF-3239E7F123B9}"/>
          </ac:spMkLst>
        </pc:spChg>
        <pc:spChg chg="mod">
          <ac:chgData name="Suhila V M" userId="5fcc93c5837a92cc" providerId="LiveId" clId="{AA57B9DB-CBF0-4474-ACB6-3BD1F25B99EF}" dt="2026-03-03T01:19:11.106" v="1618" actId="255"/>
          <ac:spMkLst>
            <pc:docMk/>
            <pc:sldMk cId="1949241270" sldId="281"/>
            <ac:spMk id="3" creationId="{904A01D3-C309-D6CF-75C2-9A6AB28EC7FD}"/>
          </ac:spMkLst>
        </pc:spChg>
      </pc:sldChg>
      <pc:sldChg chg="addSp modSp new mod">
        <pc:chgData name="Suhila V M" userId="5fcc93c5837a92cc" providerId="LiveId" clId="{AA57B9DB-CBF0-4474-ACB6-3BD1F25B99EF}" dt="2026-03-03T01:19:34.405" v="1622" actId="1076"/>
        <pc:sldMkLst>
          <pc:docMk/>
          <pc:sldMk cId="1531974893" sldId="282"/>
        </pc:sldMkLst>
        <pc:spChg chg="mod">
          <ac:chgData name="Suhila V M" userId="5fcc93c5837a92cc" providerId="LiveId" clId="{AA57B9DB-CBF0-4474-ACB6-3BD1F25B99EF}" dt="2026-03-03T01:19:34.405" v="1622" actId="1076"/>
          <ac:spMkLst>
            <pc:docMk/>
            <pc:sldMk cId="1531974893" sldId="282"/>
            <ac:spMk id="2" creationId="{DF335058-AEF8-77C9-69EE-52457F25799E}"/>
          </ac:spMkLst>
        </pc:spChg>
        <pc:spChg chg="mod">
          <ac:chgData name="Suhila V M" userId="5fcc93c5837a92cc" providerId="LiveId" clId="{AA57B9DB-CBF0-4474-ACB6-3BD1F25B99EF}" dt="2026-03-03T01:19:29.842" v="1621" actId="1076"/>
          <ac:spMkLst>
            <pc:docMk/>
            <pc:sldMk cId="1531974893" sldId="282"/>
            <ac:spMk id="3" creationId="{63B959F6-3BCD-797C-4DDA-66D976C78489}"/>
          </ac:spMkLst>
        </pc:spChg>
        <pc:picChg chg="add mod">
          <ac:chgData name="Suhila V M" userId="5fcc93c5837a92cc" providerId="LiveId" clId="{AA57B9DB-CBF0-4474-ACB6-3BD1F25B99EF}" dt="2026-03-03T00:10:58.268" v="893" actId="1076"/>
          <ac:picMkLst>
            <pc:docMk/>
            <pc:sldMk cId="1531974893" sldId="282"/>
            <ac:picMk id="5" creationId="{B5D21FD4-002E-EC5F-EB81-9DC74953BD8D}"/>
          </ac:picMkLst>
        </pc:picChg>
      </pc:sldChg>
      <pc:sldChg chg="addSp delSp modSp new mod">
        <pc:chgData name="Suhila V M" userId="5fcc93c5837a92cc" providerId="LiveId" clId="{AA57B9DB-CBF0-4474-ACB6-3BD1F25B99EF}" dt="2026-03-05T02:54:02.975" v="2047" actId="20577"/>
        <pc:sldMkLst>
          <pc:docMk/>
          <pc:sldMk cId="1341371514" sldId="283"/>
        </pc:sldMkLst>
        <pc:spChg chg="mod">
          <ac:chgData name="Suhila V M" userId="5fcc93c5837a92cc" providerId="LiveId" clId="{AA57B9DB-CBF0-4474-ACB6-3BD1F25B99EF}" dt="2026-03-03T00:13:43.950" v="974" actId="20577"/>
          <ac:spMkLst>
            <pc:docMk/>
            <pc:sldMk cId="1341371514" sldId="283"/>
            <ac:spMk id="2" creationId="{E3DC0E9E-3B1F-D98D-CC6F-1AD0E7577A1B}"/>
          </ac:spMkLst>
        </pc:spChg>
        <pc:spChg chg="add del mod">
          <ac:chgData name="Suhila V M" userId="5fcc93c5837a92cc" providerId="LiveId" clId="{AA57B9DB-CBF0-4474-ACB6-3BD1F25B99EF}" dt="2026-03-05T02:54:02.975" v="2047" actId="20577"/>
          <ac:spMkLst>
            <pc:docMk/>
            <pc:sldMk cId="1341371514" sldId="283"/>
            <ac:spMk id="3" creationId="{F2CE5C46-7B6F-AAB4-E4D2-7C565CB5AABC}"/>
          </ac:spMkLst>
        </pc:spChg>
      </pc:sldChg>
      <pc:sldChg chg="modSp new mod">
        <pc:chgData name="Suhila V M" userId="5fcc93c5837a92cc" providerId="LiveId" clId="{AA57B9DB-CBF0-4474-ACB6-3BD1F25B99EF}" dt="2026-03-05T02:54:17.481" v="2052" actId="20577"/>
        <pc:sldMkLst>
          <pc:docMk/>
          <pc:sldMk cId="1548548526" sldId="284"/>
        </pc:sldMkLst>
        <pc:spChg chg="mod">
          <ac:chgData name="Suhila V M" userId="5fcc93c5837a92cc" providerId="LiveId" clId="{AA57B9DB-CBF0-4474-ACB6-3BD1F25B99EF}" dt="2026-03-03T00:14:17.545" v="979"/>
          <ac:spMkLst>
            <pc:docMk/>
            <pc:sldMk cId="1548548526" sldId="284"/>
            <ac:spMk id="2" creationId="{7ACFC892-92AB-C841-D309-E07DF19D5CA4}"/>
          </ac:spMkLst>
        </pc:spChg>
        <pc:spChg chg="mod">
          <ac:chgData name="Suhila V M" userId="5fcc93c5837a92cc" providerId="LiveId" clId="{AA57B9DB-CBF0-4474-ACB6-3BD1F25B99EF}" dt="2026-03-05T02:54:17.481" v="2052" actId="20577"/>
          <ac:spMkLst>
            <pc:docMk/>
            <pc:sldMk cId="1548548526" sldId="284"/>
            <ac:spMk id="3" creationId="{307E0353-1800-E189-12B7-5D8D30569366}"/>
          </ac:spMkLst>
        </pc:spChg>
      </pc:sldChg>
      <pc:sldChg chg="modSp new mod">
        <pc:chgData name="Suhila V M" userId="5fcc93c5837a92cc" providerId="LiveId" clId="{AA57B9DB-CBF0-4474-ACB6-3BD1F25B99EF}" dt="2026-03-05T02:54:31.560" v="2057" actId="20577"/>
        <pc:sldMkLst>
          <pc:docMk/>
          <pc:sldMk cId="623483033" sldId="285"/>
        </pc:sldMkLst>
        <pc:spChg chg="mod">
          <ac:chgData name="Suhila V M" userId="5fcc93c5837a92cc" providerId="LiveId" clId="{AA57B9DB-CBF0-4474-ACB6-3BD1F25B99EF}" dt="2026-03-03T00:15:16.957" v="1025"/>
          <ac:spMkLst>
            <pc:docMk/>
            <pc:sldMk cId="623483033" sldId="285"/>
            <ac:spMk id="2" creationId="{31AF9FC0-707E-9483-7562-91E27E415DF9}"/>
          </ac:spMkLst>
        </pc:spChg>
        <pc:spChg chg="mod">
          <ac:chgData name="Suhila V M" userId="5fcc93c5837a92cc" providerId="LiveId" clId="{AA57B9DB-CBF0-4474-ACB6-3BD1F25B99EF}" dt="2026-03-05T02:54:31.560" v="2057" actId="20577"/>
          <ac:spMkLst>
            <pc:docMk/>
            <pc:sldMk cId="623483033" sldId="285"/>
            <ac:spMk id="3" creationId="{31C24562-6B32-87E6-EDB9-30BCDF2C39D3}"/>
          </ac:spMkLst>
        </pc:spChg>
      </pc:sldChg>
      <pc:sldChg chg="addSp delSp modSp new mod">
        <pc:chgData name="Suhila V M" userId="5fcc93c5837a92cc" providerId="LiveId" clId="{AA57B9DB-CBF0-4474-ACB6-3BD1F25B99EF}" dt="2026-03-03T01:21:06.216" v="1638" actId="20577"/>
        <pc:sldMkLst>
          <pc:docMk/>
          <pc:sldMk cId="150017644" sldId="286"/>
        </pc:sldMkLst>
        <pc:spChg chg="mod">
          <ac:chgData name="Suhila V M" userId="5fcc93c5837a92cc" providerId="LiveId" clId="{AA57B9DB-CBF0-4474-ACB6-3BD1F25B99EF}" dt="2026-03-03T00:28:20.773" v="1075"/>
          <ac:spMkLst>
            <pc:docMk/>
            <pc:sldMk cId="150017644" sldId="286"/>
            <ac:spMk id="2" creationId="{F7EFE1E8-1707-CFC7-59B0-9E1966428B6B}"/>
          </ac:spMkLst>
        </pc:spChg>
        <pc:spChg chg="add del mod">
          <ac:chgData name="Suhila V M" userId="5fcc93c5837a92cc" providerId="LiveId" clId="{AA57B9DB-CBF0-4474-ACB6-3BD1F25B99EF}" dt="2026-03-03T01:21:06.216" v="1638" actId="20577"/>
          <ac:spMkLst>
            <pc:docMk/>
            <pc:sldMk cId="150017644" sldId="286"/>
            <ac:spMk id="3" creationId="{C7B92890-A4A8-5899-A244-1D7A6B0F4081}"/>
          </ac:spMkLst>
        </pc:spChg>
      </pc:sldChg>
      <pc:sldChg chg="modSp new mod">
        <pc:chgData name="Suhila V M" userId="5fcc93c5837a92cc" providerId="LiveId" clId="{AA57B9DB-CBF0-4474-ACB6-3BD1F25B99EF}" dt="2026-03-03T01:24:30.314" v="1689" actId="255"/>
        <pc:sldMkLst>
          <pc:docMk/>
          <pc:sldMk cId="2586885009" sldId="287"/>
        </pc:sldMkLst>
        <pc:spChg chg="mod">
          <ac:chgData name="Suhila V M" userId="5fcc93c5837a92cc" providerId="LiveId" clId="{AA57B9DB-CBF0-4474-ACB6-3BD1F25B99EF}" dt="2026-03-03T00:42:40.214" v="1352"/>
          <ac:spMkLst>
            <pc:docMk/>
            <pc:sldMk cId="2586885009" sldId="287"/>
            <ac:spMk id="2" creationId="{C7EF761B-0202-CA27-C73B-83EE64EF7DF5}"/>
          </ac:spMkLst>
        </pc:spChg>
        <pc:spChg chg="mod">
          <ac:chgData name="Suhila V M" userId="5fcc93c5837a92cc" providerId="LiveId" clId="{AA57B9DB-CBF0-4474-ACB6-3BD1F25B99EF}" dt="2026-03-03T01:24:30.314" v="1689" actId="255"/>
          <ac:spMkLst>
            <pc:docMk/>
            <pc:sldMk cId="2586885009" sldId="287"/>
            <ac:spMk id="3" creationId="{5F7F815C-53A3-EDC1-31B4-9189E26CBC62}"/>
          </ac:spMkLst>
        </pc:spChg>
      </pc:sldChg>
      <pc:sldChg chg="addSp delSp modSp new mod">
        <pc:chgData name="Suhila V M" userId="5fcc93c5837a92cc" providerId="LiveId" clId="{AA57B9DB-CBF0-4474-ACB6-3BD1F25B99EF}" dt="2026-03-03T01:26:47.141" v="1747" actId="20577"/>
        <pc:sldMkLst>
          <pc:docMk/>
          <pc:sldMk cId="573009561" sldId="288"/>
        </pc:sldMkLst>
        <pc:spChg chg="mod">
          <ac:chgData name="Suhila V M" userId="5fcc93c5837a92cc" providerId="LiveId" clId="{AA57B9DB-CBF0-4474-ACB6-3BD1F25B99EF}" dt="2026-03-03T00:44:12.935" v="1405" actId="20577"/>
          <ac:spMkLst>
            <pc:docMk/>
            <pc:sldMk cId="573009561" sldId="288"/>
            <ac:spMk id="2" creationId="{F75C6F62-7C56-5364-4E08-E48BFA4865E0}"/>
          </ac:spMkLst>
        </pc:spChg>
        <pc:spChg chg="add del mod">
          <ac:chgData name="Suhila V M" userId="5fcc93c5837a92cc" providerId="LiveId" clId="{AA57B9DB-CBF0-4474-ACB6-3BD1F25B99EF}" dt="2026-03-03T01:26:47.141" v="1747" actId="20577"/>
          <ac:spMkLst>
            <pc:docMk/>
            <pc:sldMk cId="573009561" sldId="288"/>
            <ac:spMk id="3" creationId="{5B30251C-0D4E-B88F-31E3-566D7F13B227}"/>
          </ac:spMkLst>
        </pc:spChg>
      </pc:sldChg>
      <pc:sldChg chg="modSp new mod">
        <pc:chgData name="Suhila V M" userId="5fcc93c5837a92cc" providerId="LiveId" clId="{AA57B9DB-CBF0-4474-ACB6-3BD1F25B99EF}" dt="2026-03-03T01:21:56.446" v="1650" actId="21"/>
        <pc:sldMkLst>
          <pc:docMk/>
          <pc:sldMk cId="1611346215" sldId="289"/>
        </pc:sldMkLst>
        <pc:spChg chg="mod">
          <ac:chgData name="Suhila V M" userId="5fcc93c5837a92cc" providerId="LiveId" clId="{AA57B9DB-CBF0-4474-ACB6-3BD1F25B99EF}" dt="2026-03-03T00:29:20.167" v="1101"/>
          <ac:spMkLst>
            <pc:docMk/>
            <pc:sldMk cId="1611346215" sldId="289"/>
            <ac:spMk id="2" creationId="{22705A71-8274-2B8C-A250-32FE01FA6952}"/>
          </ac:spMkLst>
        </pc:spChg>
        <pc:spChg chg="mod">
          <ac:chgData name="Suhila V M" userId="5fcc93c5837a92cc" providerId="LiveId" clId="{AA57B9DB-CBF0-4474-ACB6-3BD1F25B99EF}" dt="2026-03-03T01:21:56.446" v="1650" actId="21"/>
          <ac:spMkLst>
            <pc:docMk/>
            <pc:sldMk cId="1611346215" sldId="289"/>
            <ac:spMk id="3" creationId="{6E6F42A2-C3D5-1FF7-A4F5-DC49DFF82ED4}"/>
          </ac:spMkLst>
        </pc:spChg>
      </pc:sldChg>
      <pc:sldChg chg="addSp delSp modSp new mod">
        <pc:chgData name="Suhila V M" userId="5fcc93c5837a92cc" providerId="LiveId" clId="{AA57B9DB-CBF0-4474-ACB6-3BD1F25B99EF}" dt="2026-03-03T01:22:31.523" v="1657" actId="1076"/>
        <pc:sldMkLst>
          <pc:docMk/>
          <pc:sldMk cId="1175562716" sldId="290"/>
        </pc:sldMkLst>
        <pc:spChg chg="mod">
          <ac:chgData name="Suhila V M" userId="5fcc93c5837a92cc" providerId="LiveId" clId="{AA57B9DB-CBF0-4474-ACB6-3BD1F25B99EF}" dt="2026-03-03T01:22:25.704" v="1656" actId="1076"/>
          <ac:spMkLst>
            <pc:docMk/>
            <pc:sldMk cId="1175562716" sldId="290"/>
            <ac:spMk id="2" creationId="{47DFC491-CEC6-6FBC-E44F-F09F41F97BCA}"/>
          </ac:spMkLst>
        </pc:spChg>
        <pc:spChg chg="add del mod">
          <ac:chgData name="Suhila V M" userId="5fcc93c5837a92cc" providerId="LiveId" clId="{AA57B9DB-CBF0-4474-ACB6-3BD1F25B99EF}" dt="2026-03-03T01:22:31.523" v="1657" actId="1076"/>
          <ac:spMkLst>
            <pc:docMk/>
            <pc:sldMk cId="1175562716" sldId="290"/>
            <ac:spMk id="3" creationId="{A4B80650-45E2-D77D-0E9C-CE209AA61EA6}"/>
          </ac:spMkLst>
        </pc:spChg>
      </pc:sldChg>
      <pc:sldChg chg="modSp new mod">
        <pc:chgData name="Suhila V M" userId="5fcc93c5837a92cc" providerId="LiveId" clId="{AA57B9DB-CBF0-4474-ACB6-3BD1F25B99EF}" dt="2026-03-03T01:22:40.959" v="1659" actId="123"/>
        <pc:sldMkLst>
          <pc:docMk/>
          <pc:sldMk cId="2965269632" sldId="291"/>
        </pc:sldMkLst>
        <pc:spChg chg="mod">
          <ac:chgData name="Suhila V M" userId="5fcc93c5837a92cc" providerId="LiveId" clId="{AA57B9DB-CBF0-4474-ACB6-3BD1F25B99EF}" dt="2026-03-03T00:41:29.852" v="1342" actId="20577"/>
          <ac:spMkLst>
            <pc:docMk/>
            <pc:sldMk cId="2965269632" sldId="291"/>
            <ac:spMk id="2" creationId="{B34266F1-A897-F34B-D75D-923233075884}"/>
          </ac:spMkLst>
        </pc:spChg>
        <pc:spChg chg="mod">
          <ac:chgData name="Suhila V M" userId="5fcc93c5837a92cc" providerId="LiveId" clId="{AA57B9DB-CBF0-4474-ACB6-3BD1F25B99EF}" dt="2026-03-03T01:22:40.959" v="1659" actId="123"/>
          <ac:spMkLst>
            <pc:docMk/>
            <pc:sldMk cId="2965269632" sldId="291"/>
            <ac:spMk id="3" creationId="{EAB675E0-F194-A9BB-A027-9E3D75AE56FE}"/>
          </ac:spMkLst>
        </pc:spChg>
      </pc:sldChg>
      <pc:sldChg chg="modSp new mod">
        <pc:chgData name="Suhila V M" userId="5fcc93c5837a92cc" providerId="LiveId" clId="{AA57B9DB-CBF0-4474-ACB6-3BD1F25B99EF}" dt="2026-03-03T01:24:22.972" v="1688" actId="1076"/>
        <pc:sldMkLst>
          <pc:docMk/>
          <pc:sldMk cId="2339488800" sldId="293"/>
        </pc:sldMkLst>
        <pc:spChg chg="mod">
          <ac:chgData name="Suhila V M" userId="5fcc93c5837a92cc" providerId="LiveId" clId="{AA57B9DB-CBF0-4474-ACB6-3BD1F25B99EF}" dt="2026-03-03T00:42:22.329" v="1351"/>
          <ac:spMkLst>
            <pc:docMk/>
            <pc:sldMk cId="2339488800" sldId="293"/>
            <ac:spMk id="2" creationId="{2A1CF647-6848-7A7E-EF31-8B010D10688A}"/>
          </ac:spMkLst>
        </pc:spChg>
        <pc:spChg chg="mod">
          <ac:chgData name="Suhila V M" userId="5fcc93c5837a92cc" providerId="LiveId" clId="{AA57B9DB-CBF0-4474-ACB6-3BD1F25B99EF}" dt="2026-03-03T01:24:22.972" v="1688" actId="1076"/>
          <ac:spMkLst>
            <pc:docMk/>
            <pc:sldMk cId="2339488800" sldId="293"/>
            <ac:spMk id="3" creationId="{50BA9C18-BEA0-79FC-E444-977BE31F5152}"/>
          </ac:spMkLst>
        </pc:spChg>
      </pc:sldChg>
      <pc:sldChg chg="modSp new mod">
        <pc:chgData name="Suhila V M" userId="5fcc93c5837a92cc" providerId="LiveId" clId="{AA57B9DB-CBF0-4474-ACB6-3BD1F25B99EF}" dt="2026-03-03T01:25:13.431" v="1700" actId="255"/>
        <pc:sldMkLst>
          <pc:docMk/>
          <pc:sldMk cId="1612532293" sldId="294"/>
        </pc:sldMkLst>
        <pc:spChg chg="mod">
          <ac:chgData name="Suhila V M" userId="5fcc93c5837a92cc" providerId="LiveId" clId="{AA57B9DB-CBF0-4474-ACB6-3BD1F25B99EF}" dt="2026-03-03T00:43:01.450" v="1358"/>
          <ac:spMkLst>
            <pc:docMk/>
            <pc:sldMk cId="1612532293" sldId="294"/>
            <ac:spMk id="2" creationId="{320D167D-F8C3-0900-4251-37C1BD1D68E7}"/>
          </ac:spMkLst>
        </pc:spChg>
        <pc:spChg chg="mod">
          <ac:chgData name="Suhila V M" userId="5fcc93c5837a92cc" providerId="LiveId" clId="{AA57B9DB-CBF0-4474-ACB6-3BD1F25B99EF}" dt="2026-03-03T01:25:13.431" v="1700" actId="255"/>
          <ac:spMkLst>
            <pc:docMk/>
            <pc:sldMk cId="1612532293" sldId="294"/>
            <ac:spMk id="3" creationId="{ABC0479D-0C2C-5BA7-1737-973E2729555C}"/>
          </ac:spMkLst>
        </pc:spChg>
      </pc:sldChg>
      <pc:sldChg chg="modSp new mod">
        <pc:chgData name="Suhila V M" userId="5fcc93c5837a92cc" providerId="LiveId" clId="{AA57B9DB-CBF0-4474-ACB6-3BD1F25B99EF}" dt="2026-03-03T01:25:35.078" v="1711" actId="255"/>
        <pc:sldMkLst>
          <pc:docMk/>
          <pc:sldMk cId="2820380361" sldId="295"/>
        </pc:sldMkLst>
        <pc:spChg chg="mod">
          <ac:chgData name="Suhila V M" userId="5fcc93c5837a92cc" providerId="LiveId" clId="{AA57B9DB-CBF0-4474-ACB6-3BD1F25B99EF}" dt="2026-03-03T00:43:16.649" v="1359"/>
          <ac:spMkLst>
            <pc:docMk/>
            <pc:sldMk cId="2820380361" sldId="295"/>
            <ac:spMk id="2" creationId="{A8F1D4D5-02C8-FF72-1AEA-D5C50ECF2B4F}"/>
          </ac:spMkLst>
        </pc:spChg>
        <pc:spChg chg="mod">
          <ac:chgData name="Suhila V M" userId="5fcc93c5837a92cc" providerId="LiveId" clId="{AA57B9DB-CBF0-4474-ACB6-3BD1F25B99EF}" dt="2026-03-03T01:25:35.078" v="1711" actId="255"/>
          <ac:spMkLst>
            <pc:docMk/>
            <pc:sldMk cId="2820380361" sldId="295"/>
            <ac:spMk id="3" creationId="{465DD794-976D-A382-7348-039700ECDC71}"/>
          </ac:spMkLst>
        </pc:spChg>
      </pc:sldChg>
      <pc:sldChg chg="addSp delSp modSp new mod">
        <pc:chgData name="Suhila V M" userId="5fcc93c5837a92cc" providerId="LiveId" clId="{AA57B9DB-CBF0-4474-ACB6-3BD1F25B99EF}" dt="2026-03-03T01:25:56.025" v="1721" actId="20577"/>
        <pc:sldMkLst>
          <pc:docMk/>
          <pc:sldMk cId="225339550" sldId="296"/>
        </pc:sldMkLst>
        <pc:spChg chg="mod">
          <ac:chgData name="Suhila V M" userId="5fcc93c5837a92cc" providerId="LiveId" clId="{AA57B9DB-CBF0-4474-ACB6-3BD1F25B99EF}" dt="2026-03-03T00:43:30.869" v="1360"/>
          <ac:spMkLst>
            <pc:docMk/>
            <pc:sldMk cId="225339550" sldId="296"/>
            <ac:spMk id="2" creationId="{B4772AEC-B3DE-7020-8879-3FC83B5C1B84}"/>
          </ac:spMkLst>
        </pc:spChg>
        <pc:spChg chg="add del mod">
          <ac:chgData name="Suhila V M" userId="5fcc93c5837a92cc" providerId="LiveId" clId="{AA57B9DB-CBF0-4474-ACB6-3BD1F25B99EF}" dt="2026-03-03T01:25:56.025" v="1721" actId="20577"/>
          <ac:spMkLst>
            <pc:docMk/>
            <pc:sldMk cId="225339550" sldId="296"/>
            <ac:spMk id="3" creationId="{357BD548-82EF-B7BC-6348-29F47B9EE214}"/>
          </ac:spMkLst>
        </pc:spChg>
      </pc:sldChg>
      <pc:sldChg chg="addSp delSp modSp new mod">
        <pc:chgData name="Suhila V M" userId="5fcc93c5837a92cc" providerId="LiveId" clId="{AA57B9DB-CBF0-4474-ACB6-3BD1F25B99EF}" dt="2026-03-03T01:26:16.882" v="1729" actId="123"/>
        <pc:sldMkLst>
          <pc:docMk/>
          <pc:sldMk cId="1754638368" sldId="297"/>
        </pc:sldMkLst>
        <pc:spChg chg="mod">
          <ac:chgData name="Suhila V M" userId="5fcc93c5837a92cc" providerId="LiveId" clId="{AA57B9DB-CBF0-4474-ACB6-3BD1F25B99EF}" dt="2026-03-03T00:43:54.936" v="1377" actId="20577"/>
          <ac:spMkLst>
            <pc:docMk/>
            <pc:sldMk cId="1754638368" sldId="297"/>
            <ac:spMk id="2" creationId="{6B3340BB-D752-CF03-E5DA-42D05E1C47E3}"/>
          </ac:spMkLst>
        </pc:spChg>
        <pc:spChg chg="add del mod">
          <ac:chgData name="Suhila V M" userId="5fcc93c5837a92cc" providerId="LiveId" clId="{AA57B9DB-CBF0-4474-ACB6-3BD1F25B99EF}" dt="2026-03-03T01:26:16.882" v="1729" actId="123"/>
          <ac:spMkLst>
            <pc:docMk/>
            <pc:sldMk cId="1754638368" sldId="297"/>
            <ac:spMk id="3" creationId="{50DF0037-F29F-A8F7-171E-8901D0E945AF}"/>
          </ac:spMkLst>
        </pc:spChg>
      </pc:sldChg>
      <pc:sldChg chg="addSp delSp modSp new mod">
        <pc:chgData name="Suhila V M" userId="5fcc93c5837a92cc" providerId="LiveId" clId="{AA57B9DB-CBF0-4474-ACB6-3BD1F25B99EF}" dt="2026-03-03T01:26:29.480" v="1737" actId="255"/>
        <pc:sldMkLst>
          <pc:docMk/>
          <pc:sldMk cId="637996844" sldId="298"/>
        </pc:sldMkLst>
        <pc:spChg chg="mod">
          <ac:chgData name="Suhila V M" userId="5fcc93c5837a92cc" providerId="LiveId" clId="{AA57B9DB-CBF0-4474-ACB6-3BD1F25B99EF}" dt="2026-03-03T00:43:58.925" v="1379" actId="27636"/>
          <ac:spMkLst>
            <pc:docMk/>
            <pc:sldMk cId="637996844" sldId="298"/>
            <ac:spMk id="2" creationId="{540DD073-03C5-8918-A00D-ED4017DF2D76}"/>
          </ac:spMkLst>
        </pc:spChg>
        <pc:spChg chg="add del mod">
          <ac:chgData name="Suhila V M" userId="5fcc93c5837a92cc" providerId="LiveId" clId="{AA57B9DB-CBF0-4474-ACB6-3BD1F25B99EF}" dt="2026-03-03T01:26:29.480" v="1737" actId="255"/>
          <ac:spMkLst>
            <pc:docMk/>
            <pc:sldMk cId="637996844" sldId="298"/>
            <ac:spMk id="3" creationId="{A72D048C-DEE0-A26B-5A80-EFFAAA31B07E}"/>
          </ac:spMkLst>
        </pc:spChg>
      </pc:sldChg>
      <pc:sldChg chg="addSp delSp modSp new mod">
        <pc:chgData name="Suhila V M" userId="5fcc93c5837a92cc" providerId="LiveId" clId="{AA57B9DB-CBF0-4474-ACB6-3BD1F25B99EF}" dt="2026-03-03T00:51:48.108" v="1437" actId="931"/>
        <pc:sldMkLst>
          <pc:docMk/>
          <pc:sldMk cId="2263654829" sldId="299"/>
        </pc:sldMkLst>
        <pc:spChg chg="mod">
          <ac:chgData name="Suhila V M" userId="5fcc93c5837a92cc" providerId="LiveId" clId="{AA57B9DB-CBF0-4474-ACB6-3BD1F25B99EF}" dt="2026-03-03T00:50:52.488" v="1436"/>
          <ac:spMkLst>
            <pc:docMk/>
            <pc:sldMk cId="2263654829" sldId="299"/>
            <ac:spMk id="2" creationId="{71E1827B-CD6A-F352-CC17-0C495B8C9339}"/>
          </ac:spMkLst>
        </pc:spChg>
        <pc:picChg chg="add mod ord">
          <ac:chgData name="Suhila V M" userId="5fcc93c5837a92cc" providerId="LiveId" clId="{AA57B9DB-CBF0-4474-ACB6-3BD1F25B99EF}" dt="2026-03-03T00:51:48.108" v="1437" actId="931"/>
          <ac:picMkLst>
            <pc:docMk/>
            <pc:sldMk cId="2263654829" sldId="299"/>
            <ac:picMk id="5" creationId="{083BDB7F-4D8B-899B-2FB9-96B1AB9727ED}"/>
          </ac:picMkLst>
        </pc:picChg>
      </pc:sldChg>
      <pc:sldChg chg="modSp new mod">
        <pc:chgData name="Suhila V M" userId="5fcc93c5837a92cc" providerId="LiveId" clId="{AA57B9DB-CBF0-4474-ACB6-3BD1F25B99EF}" dt="2026-03-03T01:27:00.096" v="1749" actId="123"/>
        <pc:sldMkLst>
          <pc:docMk/>
          <pc:sldMk cId="1108960930" sldId="300"/>
        </pc:sldMkLst>
        <pc:spChg chg="mod">
          <ac:chgData name="Suhila V M" userId="5fcc93c5837a92cc" providerId="LiveId" clId="{AA57B9DB-CBF0-4474-ACB6-3BD1F25B99EF}" dt="2026-03-03T00:52:05.026" v="1438"/>
          <ac:spMkLst>
            <pc:docMk/>
            <pc:sldMk cId="1108960930" sldId="300"/>
            <ac:spMk id="2" creationId="{E80FC6D7-C467-8FA1-990F-4542D0A30DFA}"/>
          </ac:spMkLst>
        </pc:spChg>
        <pc:spChg chg="mod">
          <ac:chgData name="Suhila V M" userId="5fcc93c5837a92cc" providerId="LiveId" clId="{AA57B9DB-CBF0-4474-ACB6-3BD1F25B99EF}" dt="2026-03-03T01:27:00.096" v="1749" actId="123"/>
          <ac:spMkLst>
            <pc:docMk/>
            <pc:sldMk cId="1108960930" sldId="300"/>
            <ac:spMk id="3" creationId="{4298EC19-F600-B2CE-67A0-642E6028BE62}"/>
          </ac:spMkLst>
        </pc:spChg>
      </pc:sldChg>
      <pc:sldChg chg="modSp new mod">
        <pc:chgData name="Suhila V M" userId="5fcc93c5837a92cc" providerId="LiveId" clId="{AA57B9DB-CBF0-4474-ACB6-3BD1F25B99EF}" dt="2026-03-03T01:27:53.276" v="1774" actId="20577"/>
        <pc:sldMkLst>
          <pc:docMk/>
          <pc:sldMk cId="1519486680" sldId="301"/>
        </pc:sldMkLst>
        <pc:spChg chg="mod">
          <ac:chgData name="Suhila V M" userId="5fcc93c5837a92cc" providerId="LiveId" clId="{AA57B9DB-CBF0-4474-ACB6-3BD1F25B99EF}" dt="2026-03-03T01:27:22.656" v="1754" actId="14100"/>
          <ac:spMkLst>
            <pc:docMk/>
            <pc:sldMk cId="1519486680" sldId="301"/>
            <ac:spMk id="2" creationId="{C486528C-6431-3D84-66FB-E576076B6431}"/>
          </ac:spMkLst>
        </pc:spChg>
        <pc:spChg chg="mod">
          <ac:chgData name="Suhila V M" userId="5fcc93c5837a92cc" providerId="LiveId" clId="{AA57B9DB-CBF0-4474-ACB6-3BD1F25B99EF}" dt="2026-03-03T01:27:53.276" v="1774" actId="20577"/>
          <ac:spMkLst>
            <pc:docMk/>
            <pc:sldMk cId="1519486680" sldId="301"/>
            <ac:spMk id="3" creationId="{66791145-7D06-515F-5CD8-5079F507D7CE}"/>
          </ac:spMkLst>
        </pc:spChg>
      </pc:sldChg>
      <pc:sldChg chg="addSp delSp modSp new mod">
        <pc:chgData name="Suhila V M" userId="5fcc93c5837a92cc" providerId="LiveId" clId="{AA57B9DB-CBF0-4474-ACB6-3BD1F25B99EF}" dt="2026-03-03T01:28:06.681" v="1776" actId="15"/>
        <pc:sldMkLst>
          <pc:docMk/>
          <pc:sldMk cId="4269260055" sldId="302"/>
        </pc:sldMkLst>
        <pc:spChg chg="mod">
          <ac:chgData name="Suhila V M" userId="5fcc93c5837a92cc" providerId="LiveId" clId="{AA57B9DB-CBF0-4474-ACB6-3BD1F25B99EF}" dt="2026-03-03T01:28:06.681" v="1776" actId="15"/>
          <ac:spMkLst>
            <pc:docMk/>
            <pc:sldMk cId="4269260055" sldId="302"/>
            <ac:spMk id="3" creationId="{285CD81F-BE43-A514-238E-E708AD396E14}"/>
          </ac:spMkLst>
        </pc:spChg>
      </pc:sldChg>
      <pc:sldChg chg="modSp new mod">
        <pc:chgData name="Suhila V M" userId="5fcc93c5837a92cc" providerId="LiveId" clId="{AA57B9DB-CBF0-4474-ACB6-3BD1F25B99EF}" dt="2026-03-03T01:28:33.232" v="1780" actId="15"/>
        <pc:sldMkLst>
          <pc:docMk/>
          <pc:sldMk cId="2134941097" sldId="303"/>
        </pc:sldMkLst>
        <pc:spChg chg="mod">
          <ac:chgData name="Suhila V M" userId="5fcc93c5837a92cc" providerId="LiveId" clId="{AA57B9DB-CBF0-4474-ACB6-3BD1F25B99EF}" dt="2026-03-03T01:28:33.232" v="1780" actId="15"/>
          <ac:spMkLst>
            <pc:docMk/>
            <pc:sldMk cId="2134941097" sldId="303"/>
            <ac:spMk id="3" creationId="{6A72CE67-13A5-D9FA-5598-B10BEA40FD3F}"/>
          </ac:spMkLst>
        </pc:spChg>
      </pc:sldChg>
      <pc:sldChg chg="addSp delSp modSp new mod">
        <pc:chgData name="Suhila V M" userId="5fcc93c5837a92cc" providerId="LiveId" clId="{AA57B9DB-CBF0-4474-ACB6-3BD1F25B99EF}" dt="2026-03-03T01:38:00.563" v="2027" actId="1076"/>
        <pc:sldMkLst>
          <pc:docMk/>
          <pc:sldMk cId="366043471" sldId="304"/>
        </pc:sldMkLst>
        <pc:spChg chg="add del mod">
          <ac:chgData name="Suhila V M" userId="5fcc93c5837a92cc" providerId="LiveId" clId="{AA57B9DB-CBF0-4474-ACB6-3BD1F25B99EF}" dt="2026-03-03T01:29:19.015" v="1786" actId="255"/>
          <ac:spMkLst>
            <pc:docMk/>
            <pc:sldMk cId="366043471" sldId="304"/>
            <ac:spMk id="2" creationId="{5501AFC6-CA47-3899-BEA2-A5F022DBF629}"/>
          </ac:spMkLst>
        </pc:spChg>
        <pc:spChg chg="add del mod">
          <ac:chgData name="Suhila V M" userId="5fcc93c5837a92cc" providerId="LiveId" clId="{AA57B9DB-CBF0-4474-ACB6-3BD1F25B99EF}" dt="2026-03-03T01:29:05.152" v="1784" actId="255"/>
          <ac:spMkLst>
            <pc:docMk/>
            <pc:sldMk cId="366043471" sldId="304"/>
            <ac:spMk id="3" creationId="{6169A342-68A2-FD03-82F5-486158B69CCB}"/>
          </ac:spMkLst>
        </pc:spChg>
        <pc:graphicFrameChg chg="add mod">
          <ac:chgData name="Suhila V M" userId="5fcc93c5837a92cc" providerId="LiveId" clId="{AA57B9DB-CBF0-4474-ACB6-3BD1F25B99EF}" dt="2026-03-03T01:37:43.950" v="2023" actId="1076"/>
          <ac:graphicFrameMkLst>
            <pc:docMk/>
            <pc:sldMk cId="366043471" sldId="304"/>
            <ac:graphicFrameMk id="7" creationId="{B333BEFE-FFF9-B61A-CBFA-3A19A9D067A7}"/>
          </ac:graphicFrameMkLst>
        </pc:graphicFrameChg>
        <pc:graphicFrameChg chg="add mod">
          <ac:chgData name="Suhila V M" userId="5fcc93c5837a92cc" providerId="LiveId" clId="{AA57B9DB-CBF0-4474-ACB6-3BD1F25B99EF}" dt="2026-03-03T01:37:39.720" v="2022" actId="1076"/>
          <ac:graphicFrameMkLst>
            <pc:docMk/>
            <pc:sldMk cId="366043471" sldId="304"/>
            <ac:graphicFrameMk id="8" creationId="{3B46199C-61BE-8267-CFB0-4A057F48B2CB}"/>
          </ac:graphicFrameMkLst>
        </pc:graphicFrameChg>
        <pc:graphicFrameChg chg="add mod">
          <ac:chgData name="Suhila V M" userId="5fcc93c5837a92cc" providerId="LiveId" clId="{AA57B9DB-CBF0-4474-ACB6-3BD1F25B99EF}" dt="2026-03-03T01:37:36.577" v="2021" actId="1076"/>
          <ac:graphicFrameMkLst>
            <pc:docMk/>
            <pc:sldMk cId="366043471" sldId="304"/>
            <ac:graphicFrameMk id="9" creationId="{0AD761DE-FCFF-02A5-079B-FBBEF1641CEC}"/>
          </ac:graphicFrameMkLst>
        </pc:graphicFrameChg>
        <pc:graphicFrameChg chg="add mod modGraphic">
          <ac:chgData name="Suhila V M" userId="5fcc93c5837a92cc" providerId="LiveId" clId="{AA57B9DB-CBF0-4474-ACB6-3BD1F25B99EF}" dt="2026-03-03T01:37:30.442" v="2020" actId="1076"/>
          <ac:graphicFrameMkLst>
            <pc:docMk/>
            <pc:sldMk cId="366043471" sldId="304"/>
            <ac:graphicFrameMk id="10" creationId="{BDF04162-8993-6A66-A22B-7BEA29FE50E1}"/>
          </ac:graphicFrameMkLst>
        </pc:graphicFrameChg>
        <pc:graphicFrameChg chg="add mod modGraphic">
          <ac:chgData name="Suhila V M" userId="5fcc93c5837a92cc" providerId="LiveId" clId="{AA57B9DB-CBF0-4474-ACB6-3BD1F25B99EF}" dt="2026-03-03T01:37:47.194" v="2024" actId="1076"/>
          <ac:graphicFrameMkLst>
            <pc:docMk/>
            <pc:sldMk cId="366043471" sldId="304"/>
            <ac:graphicFrameMk id="11" creationId="{F8CCB08A-D6C5-AB4C-841B-AA3A3C5B05FE}"/>
          </ac:graphicFrameMkLst>
        </pc:graphicFrameChg>
        <pc:graphicFrameChg chg="add mod modGraphic">
          <ac:chgData name="Suhila V M" userId="5fcc93c5837a92cc" providerId="LiveId" clId="{AA57B9DB-CBF0-4474-ACB6-3BD1F25B99EF}" dt="2026-03-03T01:38:00.563" v="2027" actId="1076"/>
          <ac:graphicFrameMkLst>
            <pc:docMk/>
            <pc:sldMk cId="366043471" sldId="304"/>
            <ac:graphicFrameMk id="12" creationId="{26DA355A-EB4F-7785-5C94-DD4E0AEEC85C}"/>
          </ac:graphicFrameMkLst>
        </pc:graphicFrameChg>
      </pc:sldChg>
      <pc:sldChg chg="modSp new mod">
        <pc:chgData name="Suhila V M" userId="5fcc93c5837a92cc" providerId="LiveId" clId="{AA57B9DB-CBF0-4474-ACB6-3BD1F25B99EF}" dt="2026-03-03T01:30:01.047" v="1808" actId="255"/>
        <pc:sldMkLst>
          <pc:docMk/>
          <pc:sldMk cId="3228672294" sldId="305"/>
        </pc:sldMkLst>
        <pc:spChg chg="mod">
          <ac:chgData name="Suhila V M" userId="5fcc93c5837a92cc" providerId="LiveId" clId="{AA57B9DB-CBF0-4474-ACB6-3BD1F25B99EF}" dt="2026-03-03T01:07:33.320" v="1580"/>
          <ac:spMkLst>
            <pc:docMk/>
            <pc:sldMk cId="3228672294" sldId="305"/>
            <ac:spMk id="2" creationId="{316A5465-5B3C-EFA8-7E49-B84C198BE6F1}"/>
          </ac:spMkLst>
        </pc:spChg>
        <pc:spChg chg="mod">
          <ac:chgData name="Suhila V M" userId="5fcc93c5837a92cc" providerId="LiveId" clId="{AA57B9DB-CBF0-4474-ACB6-3BD1F25B99EF}" dt="2026-03-03T01:30:01.047" v="1808" actId="255"/>
          <ac:spMkLst>
            <pc:docMk/>
            <pc:sldMk cId="3228672294" sldId="305"/>
            <ac:spMk id="3" creationId="{44DC9D4C-4E9A-CB7E-208F-72CAAFC72F97}"/>
          </ac:spMkLst>
        </pc:spChg>
      </pc:sldChg>
      <pc:sldChg chg="modSp new mod">
        <pc:chgData name="Suhila V M" userId="5fcc93c5837a92cc" providerId="LiveId" clId="{AA57B9DB-CBF0-4474-ACB6-3BD1F25B99EF}" dt="2026-03-03T01:30:43.296" v="1823" actId="123"/>
        <pc:sldMkLst>
          <pc:docMk/>
          <pc:sldMk cId="3099207867" sldId="306"/>
        </pc:sldMkLst>
        <pc:spChg chg="mod">
          <ac:chgData name="Suhila V M" userId="5fcc93c5837a92cc" providerId="LiveId" clId="{AA57B9DB-CBF0-4474-ACB6-3BD1F25B99EF}" dt="2026-03-03T01:30:43.296" v="1823" actId="123"/>
          <ac:spMkLst>
            <pc:docMk/>
            <pc:sldMk cId="3099207867" sldId="306"/>
            <ac:spMk id="3" creationId="{92ED6EDA-864D-5421-F64B-4E4925051C0A}"/>
          </ac:spMkLst>
        </pc:spChg>
      </pc:sldChg>
      <pc:sldChg chg="modSp new mod">
        <pc:chgData name="Suhila V M" userId="5fcc93c5837a92cc" providerId="LiveId" clId="{AA57B9DB-CBF0-4474-ACB6-3BD1F25B99EF}" dt="2026-03-03T01:31:53.177" v="1855" actId="14100"/>
        <pc:sldMkLst>
          <pc:docMk/>
          <pc:sldMk cId="2044391002" sldId="307"/>
        </pc:sldMkLst>
        <pc:spChg chg="mod">
          <ac:chgData name="Suhila V M" userId="5fcc93c5837a92cc" providerId="LiveId" clId="{AA57B9DB-CBF0-4474-ACB6-3BD1F25B99EF}" dt="2026-03-03T01:31:49.258" v="1854" actId="14100"/>
          <ac:spMkLst>
            <pc:docMk/>
            <pc:sldMk cId="2044391002" sldId="307"/>
            <ac:spMk id="2" creationId="{4403DA77-1292-937B-41DA-BF443862C764}"/>
          </ac:spMkLst>
        </pc:spChg>
        <pc:spChg chg="mod">
          <ac:chgData name="Suhila V M" userId="5fcc93c5837a92cc" providerId="LiveId" clId="{AA57B9DB-CBF0-4474-ACB6-3BD1F25B99EF}" dt="2026-03-03T01:31:53.177" v="1855" actId="14100"/>
          <ac:spMkLst>
            <pc:docMk/>
            <pc:sldMk cId="2044391002" sldId="307"/>
            <ac:spMk id="3" creationId="{82A6AE6E-F03B-1BAF-C200-36C0DFDE08A3}"/>
          </ac:spMkLst>
        </pc:spChg>
      </pc:sldChg>
      <pc:sldChg chg="modSp new mod">
        <pc:chgData name="Suhila V M" userId="5fcc93c5837a92cc" providerId="LiveId" clId="{AA57B9DB-CBF0-4474-ACB6-3BD1F25B99EF}" dt="2026-03-03T01:32:30.578" v="1876" actId="123"/>
        <pc:sldMkLst>
          <pc:docMk/>
          <pc:sldMk cId="876342805" sldId="308"/>
        </pc:sldMkLst>
        <pc:spChg chg="mod">
          <ac:chgData name="Suhila V M" userId="5fcc93c5837a92cc" providerId="LiveId" clId="{AA57B9DB-CBF0-4474-ACB6-3BD1F25B99EF}" dt="2026-03-03T01:08:55.173" v="1590"/>
          <ac:spMkLst>
            <pc:docMk/>
            <pc:sldMk cId="876342805" sldId="308"/>
            <ac:spMk id="2" creationId="{902917E1-2D56-A332-9627-623AD278BFD2}"/>
          </ac:spMkLst>
        </pc:spChg>
        <pc:spChg chg="mod">
          <ac:chgData name="Suhila V M" userId="5fcc93c5837a92cc" providerId="LiveId" clId="{AA57B9DB-CBF0-4474-ACB6-3BD1F25B99EF}" dt="2026-03-03T01:32:30.578" v="1876" actId="123"/>
          <ac:spMkLst>
            <pc:docMk/>
            <pc:sldMk cId="876342805" sldId="308"/>
            <ac:spMk id="3" creationId="{60B970C5-9A82-9E11-D8F3-4CE7C0274394}"/>
          </ac:spMkLst>
        </pc:spChg>
      </pc:sldChg>
      <pc:sldChg chg="modSp new mod">
        <pc:chgData name="Suhila V M" userId="5fcc93c5837a92cc" providerId="LiveId" clId="{AA57B9DB-CBF0-4474-ACB6-3BD1F25B99EF}" dt="2026-03-03T01:33:06.280" v="1896" actId="20577"/>
        <pc:sldMkLst>
          <pc:docMk/>
          <pc:sldMk cId="546160266" sldId="309"/>
        </pc:sldMkLst>
        <pc:spChg chg="mod">
          <ac:chgData name="Suhila V M" userId="5fcc93c5837a92cc" providerId="LiveId" clId="{AA57B9DB-CBF0-4474-ACB6-3BD1F25B99EF}" dt="2026-03-03T01:33:06.280" v="1896" actId="20577"/>
          <ac:spMkLst>
            <pc:docMk/>
            <pc:sldMk cId="546160266" sldId="309"/>
            <ac:spMk id="3" creationId="{2FDBF634-3FDB-6EB3-088F-B8C231311A09}"/>
          </ac:spMkLst>
        </pc:spChg>
      </pc:sldChg>
      <pc:sldChg chg="modSp new mod">
        <pc:chgData name="Suhila V M" userId="5fcc93c5837a92cc" providerId="LiveId" clId="{AA57B9DB-CBF0-4474-ACB6-3BD1F25B99EF}" dt="2026-03-03T01:33:39.030" v="1916" actId="1076"/>
        <pc:sldMkLst>
          <pc:docMk/>
          <pc:sldMk cId="959239160" sldId="310"/>
        </pc:sldMkLst>
        <pc:spChg chg="mod">
          <ac:chgData name="Suhila V M" userId="5fcc93c5837a92cc" providerId="LiveId" clId="{AA57B9DB-CBF0-4474-ACB6-3BD1F25B99EF}" dt="2026-03-03T01:09:41.066" v="1597"/>
          <ac:spMkLst>
            <pc:docMk/>
            <pc:sldMk cId="959239160" sldId="310"/>
            <ac:spMk id="2" creationId="{E75BFB1D-951B-211A-D1F2-724FC0805460}"/>
          </ac:spMkLst>
        </pc:spChg>
        <pc:spChg chg="mod">
          <ac:chgData name="Suhila V M" userId="5fcc93c5837a92cc" providerId="LiveId" clId="{AA57B9DB-CBF0-4474-ACB6-3BD1F25B99EF}" dt="2026-03-03T01:33:39.030" v="1916" actId="1076"/>
          <ac:spMkLst>
            <pc:docMk/>
            <pc:sldMk cId="959239160" sldId="310"/>
            <ac:spMk id="3" creationId="{57E15E1B-A655-F708-2B26-671853A5C84D}"/>
          </ac:spMkLst>
        </pc:spChg>
      </pc:sldChg>
      <pc:sldChg chg="modSp new mod">
        <pc:chgData name="Suhila V M" userId="5fcc93c5837a92cc" providerId="LiveId" clId="{AA57B9DB-CBF0-4474-ACB6-3BD1F25B99EF}" dt="2026-03-03T01:37:08.648" v="2019" actId="1038"/>
        <pc:sldMkLst>
          <pc:docMk/>
          <pc:sldMk cId="1782549386" sldId="311"/>
        </pc:sldMkLst>
        <pc:spChg chg="mod">
          <ac:chgData name="Suhila V M" userId="5fcc93c5837a92cc" providerId="LiveId" clId="{AA57B9DB-CBF0-4474-ACB6-3BD1F25B99EF}" dt="2026-03-03T01:10:11.993" v="1606"/>
          <ac:spMkLst>
            <pc:docMk/>
            <pc:sldMk cId="1782549386" sldId="311"/>
            <ac:spMk id="2" creationId="{11C42E0B-3747-D741-74D2-24452A161035}"/>
          </ac:spMkLst>
        </pc:spChg>
        <pc:spChg chg="mod">
          <ac:chgData name="Suhila V M" userId="5fcc93c5837a92cc" providerId="LiveId" clId="{AA57B9DB-CBF0-4474-ACB6-3BD1F25B99EF}" dt="2026-03-03T01:37:08.648" v="2019" actId="1038"/>
          <ac:spMkLst>
            <pc:docMk/>
            <pc:sldMk cId="1782549386" sldId="311"/>
            <ac:spMk id="3" creationId="{D1404413-07A0-10E8-6E72-D330583EC458}"/>
          </ac:spMkLst>
        </pc:spChg>
      </pc:sldChg>
      <pc:sldChg chg="delSp modSp new mod">
        <pc:chgData name="Suhila V M" userId="5fcc93c5837a92cc" providerId="LiveId" clId="{AA57B9DB-CBF0-4474-ACB6-3BD1F25B99EF}" dt="2026-03-03T01:35:29.706" v="1964" actId="15"/>
        <pc:sldMkLst>
          <pc:docMk/>
          <pc:sldMk cId="1204205471" sldId="312"/>
        </pc:sldMkLst>
        <pc:spChg chg="mod">
          <ac:chgData name="Suhila V M" userId="5fcc93c5837a92cc" providerId="LiveId" clId="{AA57B9DB-CBF0-4474-ACB6-3BD1F25B99EF}" dt="2026-03-03T01:35:29.706" v="1964" actId="15"/>
          <ac:spMkLst>
            <pc:docMk/>
            <pc:sldMk cId="1204205471" sldId="312"/>
            <ac:spMk id="3" creationId="{6892E49C-1407-A0FA-A44D-51F60C64AFB6}"/>
          </ac:spMkLst>
        </pc:spChg>
      </pc:sldChg>
      <pc:sldChg chg="modSp new mod">
        <pc:chgData name="Suhila V M" userId="5fcc93c5837a92cc" providerId="LiveId" clId="{AA57B9DB-CBF0-4474-ACB6-3BD1F25B99EF}" dt="2026-03-03T01:36:56.914" v="2016" actId="123"/>
        <pc:sldMkLst>
          <pc:docMk/>
          <pc:sldMk cId="3834803570" sldId="313"/>
        </pc:sldMkLst>
        <pc:spChg chg="mod">
          <ac:chgData name="Suhila V M" userId="5fcc93c5837a92cc" providerId="LiveId" clId="{AA57B9DB-CBF0-4474-ACB6-3BD1F25B99EF}" dt="2026-03-03T01:11:04.634" v="1613"/>
          <ac:spMkLst>
            <pc:docMk/>
            <pc:sldMk cId="3834803570" sldId="313"/>
            <ac:spMk id="2" creationId="{CA8E1951-F8F8-F263-CF47-537B7995B1CE}"/>
          </ac:spMkLst>
        </pc:spChg>
        <pc:spChg chg="mod">
          <ac:chgData name="Suhila V M" userId="5fcc93c5837a92cc" providerId="LiveId" clId="{AA57B9DB-CBF0-4474-ACB6-3BD1F25B99EF}" dt="2026-03-03T01:36:56.914" v="2016" actId="123"/>
          <ac:spMkLst>
            <pc:docMk/>
            <pc:sldMk cId="3834803570" sldId="313"/>
            <ac:spMk id="3" creationId="{5CDBDC2C-3BB7-C1C8-569D-87A7F3ED5D80}"/>
          </ac:spMkLst>
        </pc:spChg>
      </pc:sldChg>
      <pc:sldChg chg="modSp new mod">
        <pc:chgData name="Suhila V M" userId="5fcc93c5837a92cc" providerId="LiveId" clId="{AA57B9DB-CBF0-4474-ACB6-3BD1F25B99EF}" dt="2026-03-10T00:28:40.990" v="2361" actId="14100"/>
        <pc:sldMkLst>
          <pc:docMk/>
          <pc:sldMk cId="3131359530" sldId="314"/>
        </pc:sldMkLst>
        <pc:spChg chg="mod">
          <ac:chgData name="Suhila V M" userId="5fcc93c5837a92cc" providerId="LiveId" clId="{AA57B9DB-CBF0-4474-ACB6-3BD1F25B99EF}" dt="2026-03-10T00:28:35.212" v="2359" actId="1076"/>
          <ac:spMkLst>
            <pc:docMk/>
            <pc:sldMk cId="3131359530" sldId="314"/>
            <ac:spMk id="2" creationId="{6EFEB8F5-92C1-203C-362F-6062F45D63EB}"/>
          </ac:spMkLst>
        </pc:spChg>
        <pc:spChg chg="mod">
          <ac:chgData name="Suhila V M" userId="5fcc93c5837a92cc" providerId="LiveId" clId="{AA57B9DB-CBF0-4474-ACB6-3BD1F25B99EF}" dt="2026-03-10T00:28:40.990" v="2361" actId="14100"/>
          <ac:spMkLst>
            <pc:docMk/>
            <pc:sldMk cId="3131359530" sldId="314"/>
            <ac:spMk id="3" creationId="{D59178A1-B7CE-1015-BB14-CE8462420126}"/>
          </ac:spMkLst>
        </pc:spChg>
      </pc:sldChg>
      <pc:sldChg chg="delSp modSp new mod">
        <pc:chgData name="Suhila V M" userId="5fcc93c5837a92cc" providerId="LiveId" clId="{AA57B9DB-CBF0-4474-ACB6-3BD1F25B99EF}" dt="2026-03-10T00:27:47.273" v="2353" actId="255"/>
        <pc:sldMkLst>
          <pc:docMk/>
          <pc:sldMk cId="1756800067" sldId="315"/>
        </pc:sldMkLst>
        <pc:spChg chg="mod">
          <ac:chgData name="Suhila V M" userId="5fcc93c5837a92cc" providerId="LiveId" clId="{AA57B9DB-CBF0-4474-ACB6-3BD1F25B99EF}" dt="2026-03-10T00:27:47.273" v="2353" actId="255"/>
          <ac:spMkLst>
            <pc:docMk/>
            <pc:sldMk cId="1756800067" sldId="315"/>
            <ac:spMk id="3" creationId="{4B65C5E4-1DD2-43C8-4C52-A62BD38C5420}"/>
          </ac:spMkLst>
        </pc:spChg>
      </pc:sldChg>
      <pc:sldChg chg="modSp new mod">
        <pc:chgData name="Suhila V M" userId="5fcc93c5837a92cc" providerId="LiveId" clId="{AA57B9DB-CBF0-4474-ACB6-3BD1F25B99EF}" dt="2026-03-03T01:22:07.840" v="1653" actId="255"/>
        <pc:sldMkLst>
          <pc:docMk/>
          <pc:sldMk cId="1108334986" sldId="316"/>
        </pc:sldMkLst>
        <pc:spChg chg="mod">
          <ac:chgData name="Suhila V M" userId="5fcc93c5837a92cc" providerId="LiveId" clId="{AA57B9DB-CBF0-4474-ACB6-3BD1F25B99EF}" dt="2026-03-03T01:22:07.840" v="1653" actId="255"/>
          <ac:spMkLst>
            <pc:docMk/>
            <pc:sldMk cId="1108334986" sldId="316"/>
            <ac:spMk id="3" creationId="{784C8968-30D2-7D9C-E3CE-1AB78DE2BEED}"/>
          </ac:spMkLst>
        </pc:spChg>
      </pc:sldChg>
      <pc:sldChg chg="addSp modSp new mod">
        <pc:chgData name="Suhila V M" userId="5fcc93c5837a92cc" providerId="LiveId" clId="{AA57B9DB-CBF0-4474-ACB6-3BD1F25B99EF}" dt="2026-03-05T04:07:14.136" v="2291" actId="5793"/>
        <pc:sldMkLst>
          <pc:docMk/>
          <pc:sldMk cId="4259057151" sldId="317"/>
        </pc:sldMkLst>
        <pc:spChg chg="mod">
          <ac:chgData name="Suhila V M" userId="5fcc93c5837a92cc" providerId="LiveId" clId="{AA57B9DB-CBF0-4474-ACB6-3BD1F25B99EF}" dt="2026-03-03T01:23:35.202" v="1668"/>
          <ac:spMkLst>
            <pc:docMk/>
            <pc:sldMk cId="4259057151" sldId="317"/>
            <ac:spMk id="2" creationId="{72A52E60-420C-7DB0-022A-2A3F0FC90CA0}"/>
          </ac:spMkLst>
        </pc:spChg>
        <pc:spChg chg="mod">
          <ac:chgData name="Suhila V M" userId="5fcc93c5837a92cc" providerId="LiveId" clId="{AA57B9DB-CBF0-4474-ACB6-3BD1F25B99EF}" dt="2026-03-05T04:07:14.136" v="2291" actId="5793"/>
          <ac:spMkLst>
            <pc:docMk/>
            <pc:sldMk cId="4259057151" sldId="317"/>
            <ac:spMk id="3" creationId="{CD5CFDED-518A-61B4-1ECD-BAB7D3EC3AC1}"/>
          </ac:spMkLst>
        </pc:spChg>
      </pc:sldChg>
      <pc:sldChg chg="modSp new mod">
        <pc:chgData name="Suhila V M" userId="5fcc93c5837a92cc" providerId="LiveId" clId="{AA57B9DB-CBF0-4474-ACB6-3BD1F25B99EF}" dt="2026-03-05T01:01:02.930" v="2036" actId="255"/>
        <pc:sldMkLst>
          <pc:docMk/>
          <pc:sldMk cId="2124658157" sldId="318"/>
        </pc:sldMkLst>
        <pc:spChg chg="mod">
          <ac:chgData name="Suhila V M" userId="5fcc93c5837a92cc" providerId="LiveId" clId="{AA57B9DB-CBF0-4474-ACB6-3BD1F25B99EF}" dt="2026-03-05T01:01:02.930" v="2036" actId="255"/>
          <ac:spMkLst>
            <pc:docMk/>
            <pc:sldMk cId="2124658157" sldId="318"/>
            <ac:spMk id="3" creationId="{B80632B8-A56C-2F32-CDD5-966E33F09D68}"/>
          </ac:spMkLst>
        </pc:spChg>
      </pc:sldChg>
      <pc:sldChg chg="delSp modSp new mod">
        <pc:chgData name="Suhila V M" userId="5fcc93c5837a92cc" providerId="LiveId" clId="{AA57B9DB-CBF0-4474-ACB6-3BD1F25B99EF}" dt="2026-03-10T00:29:14.404" v="2369" actId="1076"/>
        <pc:sldMkLst>
          <pc:docMk/>
          <pc:sldMk cId="3188626912" sldId="319"/>
        </pc:sldMkLst>
        <pc:spChg chg="mod">
          <ac:chgData name="Suhila V M" userId="5fcc93c5837a92cc" providerId="LiveId" clId="{AA57B9DB-CBF0-4474-ACB6-3BD1F25B99EF}" dt="2026-03-10T00:29:14.404" v="2369" actId="1076"/>
          <ac:spMkLst>
            <pc:docMk/>
            <pc:sldMk cId="3188626912" sldId="319"/>
            <ac:spMk id="3" creationId="{9EF45454-9EB0-72D8-9A7A-9ED5E795B16E}"/>
          </ac:spMkLst>
        </pc:spChg>
      </pc:sldChg>
      <pc:sldChg chg="delSp modSp new mod">
        <pc:chgData name="Suhila V M" userId="5fcc93c5837a92cc" providerId="LiveId" clId="{AA57B9DB-CBF0-4474-ACB6-3BD1F25B99EF}" dt="2026-03-10T00:29:49.771" v="2375" actId="1076"/>
        <pc:sldMkLst>
          <pc:docMk/>
          <pc:sldMk cId="1540955675" sldId="320"/>
        </pc:sldMkLst>
        <pc:spChg chg="mod">
          <ac:chgData name="Suhila V M" userId="5fcc93c5837a92cc" providerId="LiveId" clId="{AA57B9DB-CBF0-4474-ACB6-3BD1F25B99EF}" dt="2026-03-10T00:29:49.771" v="2375" actId="1076"/>
          <ac:spMkLst>
            <pc:docMk/>
            <pc:sldMk cId="1540955675" sldId="320"/>
            <ac:spMk id="3" creationId="{9CF3FB56-4C0D-3354-FEB9-6C91B7E1C61D}"/>
          </ac:spMkLst>
        </pc:spChg>
      </pc:sldChg>
      <pc:sldChg chg="delSp modSp new mod">
        <pc:chgData name="Suhila V M" userId="5fcc93c5837a92cc" providerId="LiveId" clId="{AA57B9DB-CBF0-4474-ACB6-3BD1F25B99EF}" dt="2026-03-10T00:28:57.633" v="2365" actId="1076"/>
        <pc:sldMkLst>
          <pc:docMk/>
          <pc:sldMk cId="1781170934" sldId="321"/>
        </pc:sldMkLst>
        <pc:spChg chg="mod">
          <ac:chgData name="Suhila V M" userId="5fcc93c5837a92cc" providerId="LiveId" clId="{AA57B9DB-CBF0-4474-ACB6-3BD1F25B99EF}" dt="2026-03-10T00:28:57.633" v="2365" actId="1076"/>
          <ac:spMkLst>
            <pc:docMk/>
            <pc:sldMk cId="1781170934" sldId="321"/>
            <ac:spMk id="3" creationId="{90B686F1-D97D-9292-07CB-20DADC218A50}"/>
          </ac:spMkLst>
        </pc:spChg>
      </pc:sldChg>
      <pc:sldChg chg="modSp new mod">
        <pc:chgData name="Suhila V M" userId="5fcc93c5837a92cc" providerId="LiveId" clId="{AA57B9DB-CBF0-4474-ACB6-3BD1F25B99EF}" dt="2026-03-10T00:29:25.669" v="2371" actId="255"/>
        <pc:sldMkLst>
          <pc:docMk/>
          <pc:sldMk cId="517743630" sldId="322"/>
        </pc:sldMkLst>
        <pc:spChg chg="mod">
          <ac:chgData name="Suhila V M" userId="5fcc93c5837a92cc" providerId="LiveId" clId="{AA57B9DB-CBF0-4474-ACB6-3BD1F25B99EF}" dt="2026-03-10T00:29:25.669" v="2371" actId="255"/>
          <ac:spMkLst>
            <pc:docMk/>
            <pc:sldMk cId="517743630" sldId="322"/>
            <ac:spMk id="3" creationId="{37DCB4B6-DAD8-B8E5-6494-97A1755FAD9E}"/>
          </ac:spMkLst>
        </pc:spChg>
      </pc:sldChg>
      <pc:sldChg chg="addSp delSp modSp new mod">
        <pc:chgData name="Suhila V M" userId="5fcc93c5837a92cc" providerId="LiveId" clId="{AA57B9DB-CBF0-4474-ACB6-3BD1F25B99EF}" dt="2026-03-11T14:23:05.675" v="2590" actId="123"/>
        <pc:sldMkLst>
          <pc:docMk/>
          <pc:sldMk cId="610184386" sldId="323"/>
        </pc:sldMkLst>
        <pc:spChg chg="mod">
          <ac:chgData name="Suhila V M" userId="5fcc93c5837a92cc" providerId="LiveId" clId="{AA57B9DB-CBF0-4474-ACB6-3BD1F25B99EF}" dt="2026-03-11T13:43:34.647" v="2452" actId="20577"/>
          <ac:spMkLst>
            <pc:docMk/>
            <pc:sldMk cId="610184386" sldId="323"/>
            <ac:spMk id="2" creationId="{9D32FC3E-8F85-FB08-7C8B-67E139B76FE6}"/>
          </ac:spMkLst>
        </pc:spChg>
        <pc:spChg chg="add del mod">
          <ac:chgData name="Suhila V M" userId="5fcc93c5837a92cc" providerId="LiveId" clId="{AA57B9DB-CBF0-4474-ACB6-3BD1F25B99EF}" dt="2026-03-11T14:23:05.675" v="2590" actId="123"/>
          <ac:spMkLst>
            <pc:docMk/>
            <pc:sldMk cId="610184386" sldId="323"/>
            <ac:spMk id="3" creationId="{D78B4069-8F8B-3B5A-6B95-CFC03DE1ACEB}"/>
          </ac:spMkLst>
        </pc:spChg>
      </pc:sldChg>
      <pc:sldChg chg="modSp new mod">
        <pc:chgData name="Suhila V M" userId="5fcc93c5837a92cc" providerId="LiveId" clId="{AA57B9DB-CBF0-4474-ACB6-3BD1F25B99EF}" dt="2026-03-11T14:23:56.418" v="2611" actId="1076"/>
        <pc:sldMkLst>
          <pc:docMk/>
          <pc:sldMk cId="3463466185" sldId="324"/>
        </pc:sldMkLst>
        <pc:spChg chg="mod">
          <ac:chgData name="Suhila V M" userId="5fcc93c5837a92cc" providerId="LiveId" clId="{AA57B9DB-CBF0-4474-ACB6-3BD1F25B99EF}" dt="2026-03-11T14:23:51.426" v="2610" actId="1076"/>
          <ac:spMkLst>
            <pc:docMk/>
            <pc:sldMk cId="3463466185" sldId="324"/>
            <ac:spMk id="2" creationId="{9716912A-2944-FF6C-C404-78AB0E4B83FB}"/>
          </ac:spMkLst>
        </pc:spChg>
        <pc:spChg chg="mod">
          <ac:chgData name="Suhila V M" userId="5fcc93c5837a92cc" providerId="LiveId" clId="{AA57B9DB-CBF0-4474-ACB6-3BD1F25B99EF}" dt="2026-03-11T14:23:56.418" v="2611" actId="1076"/>
          <ac:spMkLst>
            <pc:docMk/>
            <pc:sldMk cId="3463466185" sldId="324"/>
            <ac:spMk id="3" creationId="{21671D7D-0966-6EDA-521F-C0326A7F0E7C}"/>
          </ac:spMkLst>
        </pc:spChg>
      </pc:sldChg>
      <pc:sldChg chg="delSp modSp new mod">
        <pc:chgData name="Suhila V M" userId="5fcc93c5837a92cc" providerId="LiveId" clId="{AA57B9DB-CBF0-4474-ACB6-3BD1F25B99EF}" dt="2026-03-11T14:25:40.659" v="2639" actId="5793"/>
        <pc:sldMkLst>
          <pc:docMk/>
          <pc:sldMk cId="2971028257" sldId="325"/>
        </pc:sldMkLst>
        <pc:spChg chg="mod">
          <ac:chgData name="Suhila V M" userId="5fcc93c5837a92cc" providerId="LiveId" clId="{AA57B9DB-CBF0-4474-ACB6-3BD1F25B99EF}" dt="2026-03-11T14:25:40.659" v="2639" actId="5793"/>
          <ac:spMkLst>
            <pc:docMk/>
            <pc:sldMk cId="2971028257" sldId="325"/>
            <ac:spMk id="3" creationId="{2B31D250-5A5B-B197-EA96-A4C3A01C0296}"/>
          </ac:spMkLst>
        </pc:spChg>
      </pc:sldChg>
      <pc:sldChg chg="modSp new mod">
        <pc:chgData name="Suhila V M" userId="5fcc93c5837a92cc" providerId="LiveId" clId="{AA57B9DB-CBF0-4474-ACB6-3BD1F25B99EF}" dt="2026-03-11T14:26:10.413" v="2648" actId="123"/>
        <pc:sldMkLst>
          <pc:docMk/>
          <pc:sldMk cId="2209913813" sldId="328"/>
        </pc:sldMkLst>
        <pc:spChg chg="mod">
          <ac:chgData name="Suhila V M" userId="5fcc93c5837a92cc" providerId="LiveId" clId="{AA57B9DB-CBF0-4474-ACB6-3BD1F25B99EF}" dt="2026-03-11T13:47:29.759" v="2498" actId="20577"/>
          <ac:spMkLst>
            <pc:docMk/>
            <pc:sldMk cId="2209913813" sldId="328"/>
            <ac:spMk id="2" creationId="{C082A795-CE41-8DEC-E10A-032546822848}"/>
          </ac:spMkLst>
        </pc:spChg>
        <pc:spChg chg="mod">
          <ac:chgData name="Suhila V M" userId="5fcc93c5837a92cc" providerId="LiveId" clId="{AA57B9DB-CBF0-4474-ACB6-3BD1F25B99EF}" dt="2026-03-11T14:26:10.413" v="2648" actId="123"/>
          <ac:spMkLst>
            <pc:docMk/>
            <pc:sldMk cId="2209913813" sldId="328"/>
            <ac:spMk id="3" creationId="{C766F58F-0E55-DF24-7B03-C09EBE8ABA5B}"/>
          </ac:spMkLst>
        </pc:spChg>
      </pc:sldChg>
      <pc:sldChg chg="addSp delSp modSp new mod">
        <pc:chgData name="Suhila V M" userId="5fcc93c5837a92cc" providerId="LiveId" clId="{AA57B9DB-CBF0-4474-ACB6-3BD1F25B99EF}" dt="2026-03-10T00:34:56.987" v="2388" actId="1076"/>
        <pc:sldMkLst>
          <pc:docMk/>
          <pc:sldMk cId="1142246220" sldId="329"/>
        </pc:sldMkLst>
        <pc:spChg chg="mod">
          <ac:chgData name="Suhila V M" userId="5fcc93c5837a92cc" providerId="LiveId" clId="{AA57B9DB-CBF0-4474-ACB6-3BD1F25B99EF}" dt="2026-03-10T00:34:48.996" v="2386" actId="1076"/>
          <ac:spMkLst>
            <pc:docMk/>
            <pc:sldMk cId="1142246220" sldId="329"/>
            <ac:spMk id="2" creationId="{7FE58417-429E-6223-986C-15C10E5A983D}"/>
          </ac:spMkLst>
        </pc:spChg>
        <pc:picChg chg="add mod ord">
          <ac:chgData name="Suhila V M" userId="5fcc93c5837a92cc" providerId="LiveId" clId="{AA57B9DB-CBF0-4474-ACB6-3BD1F25B99EF}" dt="2026-03-10T00:34:56.987" v="2388" actId="1076"/>
          <ac:picMkLst>
            <pc:docMk/>
            <pc:sldMk cId="1142246220" sldId="329"/>
            <ac:picMk id="5" creationId="{1A70836E-F130-CA19-5662-2630284C38E0}"/>
          </ac:picMkLst>
        </pc:picChg>
      </pc:sldChg>
      <pc:sldChg chg="modSp new mod">
        <pc:chgData name="Suhila V M" userId="5fcc93c5837a92cc" providerId="LiveId" clId="{AA57B9DB-CBF0-4474-ACB6-3BD1F25B99EF}" dt="2026-03-11T14:27:51.510" v="2684" actId="1076"/>
        <pc:sldMkLst>
          <pc:docMk/>
          <pc:sldMk cId="3724464915" sldId="330"/>
        </pc:sldMkLst>
        <pc:spChg chg="mod">
          <ac:chgData name="Suhila V M" userId="5fcc93c5837a92cc" providerId="LiveId" clId="{AA57B9DB-CBF0-4474-ACB6-3BD1F25B99EF}" dt="2026-03-11T14:27:51.510" v="2684" actId="1076"/>
          <ac:spMkLst>
            <pc:docMk/>
            <pc:sldMk cId="3724464915" sldId="330"/>
            <ac:spMk id="2" creationId="{B8DB5098-4ABD-0386-723C-E993BF7C9FBB}"/>
          </ac:spMkLst>
        </pc:spChg>
        <pc:spChg chg="mod">
          <ac:chgData name="Suhila V M" userId="5fcc93c5837a92cc" providerId="LiveId" clId="{AA57B9DB-CBF0-4474-ACB6-3BD1F25B99EF}" dt="2026-03-11T14:27:45.766" v="2683" actId="1076"/>
          <ac:spMkLst>
            <pc:docMk/>
            <pc:sldMk cId="3724464915" sldId="330"/>
            <ac:spMk id="3" creationId="{6DA8797A-E0E8-AD77-DF24-5B7910095CA0}"/>
          </ac:spMkLst>
        </pc:spChg>
      </pc:sldChg>
      <pc:sldChg chg="modSp new mod">
        <pc:chgData name="Suhila V M" userId="5fcc93c5837a92cc" providerId="LiveId" clId="{AA57B9DB-CBF0-4474-ACB6-3BD1F25B99EF}" dt="2026-03-11T14:29:05.564" v="2695" actId="15"/>
        <pc:sldMkLst>
          <pc:docMk/>
          <pc:sldMk cId="2445086529" sldId="331"/>
        </pc:sldMkLst>
        <pc:spChg chg="mod">
          <ac:chgData name="Suhila V M" userId="5fcc93c5837a92cc" providerId="LiveId" clId="{AA57B9DB-CBF0-4474-ACB6-3BD1F25B99EF}" dt="2026-03-11T13:55:04.767" v="2564"/>
          <ac:spMkLst>
            <pc:docMk/>
            <pc:sldMk cId="2445086529" sldId="331"/>
            <ac:spMk id="2" creationId="{470CB795-C99F-AD89-1F29-F46F0495E33A}"/>
          </ac:spMkLst>
        </pc:spChg>
        <pc:spChg chg="mod">
          <ac:chgData name="Suhila V M" userId="5fcc93c5837a92cc" providerId="LiveId" clId="{AA57B9DB-CBF0-4474-ACB6-3BD1F25B99EF}" dt="2026-03-11T14:29:05.564" v="2695" actId="15"/>
          <ac:spMkLst>
            <pc:docMk/>
            <pc:sldMk cId="2445086529" sldId="331"/>
            <ac:spMk id="3" creationId="{413B4226-17AE-55D2-E6FD-253769ABC9B3}"/>
          </ac:spMkLst>
        </pc:spChg>
      </pc:sldChg>
      <pc:sldChg chg="modSp new mod">
        <pc:chgData name="Suhila V M" userId="5fcc93c5837a92cc" providerId="LiveId" clId="{AA57B9DB-CBF0-4474-ACB6-3BD1F25B99EF}" dt="2026-03-11T14:34:58.821" v="2772" actId="12"/>
        <pc:sldMkLst>
          <pc:docMk/>
          <pc:sldMk cId="1141537598" sldId="332"/>
        </pc:sldMkLst>
        <pc:spChg chg="mod">
          <ac:chgData name="Suhila V M" userId="5fcc93c5837a92cc" providerId="LiveId" clId="{AA57B9DB-CBF0-4474-ACB6-3BD1F25B99EF}" dt="2026-03-11T14:29:56.871" v="2708" actId="1076"/>
          <ac:spMkLst>
            <pc:docMk/>
            <pc:sldMk cId="1141537598" sldId="332"/>
            <ac:spMk id="2" creationId="{B7739165-DC58-D93D-67CD-CC71FCEEADD1}"/>
          </ac:spMkLst>
        </pc:spChg>
        <pc:spChg chg="mod">
          <ac:chgData name="Suhila V M" userId="5fcc93c5837a92cc" providerId="LiveId" clId="{AA57B9DB-CBF0-4474-ACB6-3BD1F25B99EF}" dt="2026-03-11T14:34:58.821" v="2772" actId="12"/>
          <ac:spMkLst>
            <pc:docMk/>
            <pc:sldMk cId="1141537598" sldId="332"/>
            <ac:spMk id="3" creationId="{F37B8844-5F03-05D7-0423-3CC9A526F8FD}"/>
          </ac:spMkLst>
        </pc:spChg>
      </pc:sldChg>
      <pc:sldChg chg="delSp modSp new mod">
        <pc:chgData name="Suhila V M" userId="5fcc93c5837a92cc" providerId="LiveId" clId="{AA57B9DB-CBF0-4474-ACB6-3BD1F25B99EF}" dt="2026-03-11T14:35:16.139" v="2774" actId="12"/>
        <pc:sldMkLst>
          <pc:docMk/>
          <pc:sldMk cId="316288157" sldId="333"/>
        </pc:sldMkLst>
        <pc:spChg chg="mod">
          <ac:chgData name="Suhila V M" userId="5fcc93c5837a92cc" providerId="LiveId" clId="{AA57B9DB-CBF0-4474-ACB6-3BD1F25B99EF}" dt="2026-03-11T14:35:16.139" v="2774" actId="12"/>
          <ac:spMkLst>
            <pc:docMk/>
            <pc:sldMk cId="316288157" sldId="333"/>
            <ac:spMk id="3" creationId="{615E432E-0C5B-F718-4902-0C0B8B863CEB}"/>
          </ac:spMkLst>
        </pc:spChg>
      </pc:sldChg>
      <pc:sldChg chg="delSp modSp new mod">
        <pc:chgData name="Suhila V M" userId="5fcc93c5837a92cc" providerId="LiveId" clId="{AA57B9DB-CBF0-4474-ACB6-3BD1F25B99EF}" dt="2026-03-11T14:35:33.910" v="2776" actId="12"/>
        <pc:sldMkLst>
          <pc:docMk/>
          <pc:sldMk cId="4248111838" sldId="334"/>
        </pc:sldMkLst>
        <pc:spChg chg="mod">
          <ac:chgData name="Suhila V M" userId="5fcc93c5837a92cc" providerId="LiveId" clId="{AA57B9DB-CBF0-4474-ACB6-3BD1F25B99EF}" dt="2026-03-11T14:35:33.910" v="2776" actId="12"/>
          <ac:spMkLst>
            <pc:docMk/>
            <pc:sldMk cId="4248111838" sldId="334"/>
            <ac:spMk id="3" creationId="{4B4F42CA-0868-E3EB-7BBF-0C2611F9762C}"/>
          </ac:spMkLst>
        </pc:spChg>
      </pc:sldChg>
      <pc:sldChg chg="delSp modSp new mod">
        <pc:chgData name="Suhila V M" userId="5fcc93c5837a92cc" providerId="LiveId" clId="{AA57B9DB-CBF0-4474-ACB6-3BD1F25B99EF}" dt="2026-03-11T14:25:53.307" v="2644" actId="5793"/>
        <pc:sldMkLst>
          <pc:docMk/>
          <pc:sldMk cId="2430545400" sldId="336"/>
        </pc:sldMkLst>
        <pc:spChg chg="mod">
          <ac:chgData name="Suhila V M" userId="5fcc93c5837a92cc" providerId="LiveId" clId="{AA57B9DB-CBF0-4474-ACB6-3BD1F25B99EF}" dt="2026-03-11T14:25:53.307" v="2644" actId="5793"/>
          <ac:spMkLst>
            <pc:docMk/>
            <pc:sldMk cId="2430545400" sldId="336"/>
            <ac:spMk id="3" creationId="{7873AA5D-1036-8E0D-1CA0-D299AF7938C8}"/>
          </ac:spMkLst>
        </pc:spChg>
      </pc:sldChg>
      <pc:sldChg chg="modSp new mod">
        <pc:chgData name="Suhila V M" userId="5fcc93c5837a92cc" providerId="LiveId" clId="{AA57B9DB-CBF0-4474-ACB6-3BD1F25B99EF}" dt="2026-03-11T14:28:38.837" v="2686" actId="5793"/>
        <pc:sldMkLst>
          <pc:docMk/>
          <pc:sldMk cId="2072066705" sldId="337"/>
        </pc:sldMkLst>
        <pc:spChg chg="mod">
          <ac:chgData name="Suhila V M" userId="5fcc93c5837a92cc" providerId="LiveId" clId="{AA57B9DB-CBF0-4474-ACB6-3BD1F25B99EF}" dt="2026-03-11T14:28:38.837" v="2686" actId="5793"/>
          <ac:spMkLst>
            <pc:docMk/>
            <pc:sldMk cId="2072066705" sldId="337"/>
            <ac:spMk id="3" creationId="{F772548E-3AF1-9957-27B3-53A028B4CD1B}"/>
          </ac:spMkLst>
        </pc:spChg>
      </pc:sldChg>
      <pc:sldChg chg="modSp new mod">
        <pc:chgData name="Suhila V M" userId="5fcc93c5837a92cc" providerId="LiveId" clId="{AA57B9DB-CBF0-4474-ACB6-3BD1F25B99EF}" dt="2026-03-18T00:19:00.562" v="2808" actId="1076"/>
        <pc:sldMkLst>
          <pc:docMk/>
          <pc:sldMk cId="3480960511" sldId="338"/>
        </pc:sldMkLst>
        <pc:spChg chg="mod">
          <ac:chgData name="Suhila V M" userId="5fcc93c5837a92cc" providerId="LiveId" clId="{AA57B9DB-CBF0-4474-ACB6-3BD1F25B99EF}" dt="2026-03-18T00:18:56.621" v="2807" actId="1076"/>
          <ac:spMkLst>
            <pc:docMk/>
            <pc:sldMk cId="3480960511" sldId="338"/>
            <ac:spMk id="2" creationId="{D0F34D07-2FB9-9E0A-130B-A1998D72D02A}"/>
          </ac:spMkLst>
        </pc:spChg>
        <pc:spChg chg="mod">
          <ac:chgData name="Suhila V M" userId="5fcc93c5837a92cc" providerId="LiveId" clId="{AA57B9DB-CBF0-4474-ACB6-3BD1F25B99EF}" dt="2026-03-18T00:19:00.562" v="2808" actId="1076"/>
          <ac:spMkLst>
            <pc:docMk/>
            <pc:sldMk cId="3480960511" sldId="338"/>
            <ac:spMk id="3" creationId="{08D48D98-89DC-43F0-620F-C41DC82722FA}"/>
          </ac:spMkLst>
        </pc:spChg>
      </pc:sldChg>
      <pc:sldChg chg="modSp new mod">
        <pc:chgData name="Suhila V M" userId="5fcc93c5837a92cc" providerId="LiveId" clId="{AA57B9DB-CBF0-4474-ACB6-3BD1F25B99EF}" dt="2026-03-18T00:23:35.543" v="2839" actId="255"/>
        <pc:sldMkLst>
          <pc:docMk/>
          <pc:sldMk cId="159109730" sldId="339"/>
        </pc:sldMkLst>
        <pc:spChg chg="mod">
          <ac:chgData name="Suhila V M" userId="5fcc93c5837a92cc" providerId="LiveId" clId="{AA57B9DB-CBF0-4474-ACB6-3BD1F25B99EF}" dt="2026-03-18T00:23:35.543" v="2839" actId="255"/>
          <ac:spMkLst>
            <pc:docMk/>
            <pc:sldMk cId="159109730" sldId="339"/>
            <ac:spMk id="3" creationId="{DE125BA6-5EC0-9722-26A5-FDE6D433B9E4}"/>
          </ac:spMkLst>
        </pc:spChg>
      </pc:sldChg>
      <pc:sldChg chg="modSp new mod">
        <pc:chgData name="Suhila V M" userId="5fcc93c5837a92cc" providerId="LiveId" clId="{AA57B9DB-CBF0-4474-ACB6-3BD1F25B99EF}" dt="2026-03-18T00:24:24.974" v="2857" actId="255"/>
        <pc:sldMkLst>
          <pc:docMk/>
          <pc:sldMk cId="3522217147" sldId="340"/>
        </pc:sldMkLst>
        <pc:spChg chg="mod">
          <ac:chgData name="Suhila V M" userId="5fcc93c5837a92cc" providerId="LiveId" clId="{AA57B9DB-CBF0-4474-ACB6-3BD1F25B99EF}" dt="2026-03-18T00:24:24.974" v="2857" actId="255"/>
          <ac:spMkLst>
            <pc:docMk/>
            <pc:sldMk cId="3522217147" sldId="340"/>
            <ac:spMk id="3" creationId="{D7595D6E-A18B-5BB4-02C8-8E4588DFF464}"/>
          </ac:spMkLst>
        </pc:spChg>
      </pc:sldChg>
      <pc:sldChg chg="modSp new mod">
        <pc:chgData name="Suhila V M" userId="5fcc93c5837a92cc" providerId="LiveId" clId="{AA57B9DB-CBF0-4474-ACB6-3BD1F25B99EF}" dt="2026-03-18T00:25:13.427" v="2870" actId="1076"/>
        <pc:sldMkLst>
          <pc:docMk/>
          <pc:sldMk cId="4198921588" sldId="341"/>
        </pc:sldMkLst>
        <pc:spChg chg="mod">
          <ac:chgData name="Suhila V M" userId="5fcc93c5837a92cc" providerId="LiveId" clId="{AA57B9DB-CBF0-4474-ACB6-3BD1F25B99EF}" dt="2026-03-18T00:25:13.427" v="2870" actId="1076"/>
          <ac:spMkLst>
            <pc:docMk/>
            <pc:sldMk cId="4198921588" sldId="341"/>
            <ac:spMk id="3" creationId="{051DF1D4-7EB9-5645-F779-C93FB5D9A194}"/>
          </ac:spMkLst>
        </pc:spChg>
      </pc:sldChg>
      <pc:sldChg chg="modSp new mod">
        <pc:chgData name="Suhila V M" userId="5fcc93c5837a92cc" providerId="LiveId" clId="{AA57B9DB-CBF0-4474-ACB6-3BD1F25B99EF}" dt="2026-03-18T00:37:45.365" v="2910" actId="15"/>
        <pc:sldMkLst>
          <pc:docMk/>
          <pc:sldMk cId="224641647" sldId="342"/>
        </pc:sldMkLst>
        <pc:spChg chg="mod">
          <ac:chgData name="Suhila V M" userId="5fcc93c5837a92cc" providerId="LiveId" clId="{AA57B9DB-CBF0-4474-ACB6-3BD1F25B99EF}" dt="2026-03-18T00:25:52.524" v="2879" actId="404"/>
          <ac:spMkLst>
            <pc:docMk/>
            <pc:sldMk cId="224641647" sldId="342"/>
            <ac:spMk id="2" creationId="{AB888CEF-2EAF-EB36-F95E-B0DAB88718F8}"/>
          </ac:spMkLst>
        </pc:spChg>
        <pc:spChg chg="mod">
          <ac:chgData name="Suhila V M" userId="5fcc93c5837a92cc" providerId="LiveId" clId="{AA57B9DB-CBF0-4474-ACB6-3BD1F25B99EF}" dt="2026-03-18T00:37:45.365" v="2910" actId="15"/>
          <ac:spMkLst>
            <pc:docMk/>
            <pc:sldMk cId="224641647" sldId="342"/>
            <ac:spMk id="3" creationId="{CB600A72-C456-8189-D153-1D307461712A}"/>
          </ac:spMkLst>
        </pc:spChg>
      </pc:sldChg>
      <pc:sldChg chg="delSp modSp new mod">
        <pc:chgData name="Suhila V M" userId="5fcc93c5837a92cc" providerId="LiveId" clId="{AA57B9DB-CBF0-4474-ACB6-3BD1F25B99EF}" dt="2026-03-18T00:37:33.579" v="2909" actId="5793"/>
        <pc:sldMkLst>
          <pc:docMk/>
          <pc:sldMk cId="1650999574" sldId="343"/>
        </pc:sldMkLst>
        <pc:spChg chg="del">
          <ac:chgData name="Suhila V M" userId="5fcc93c5837a92cc" providerId="LiveId" clId="{AA57B9DB-CBF0-4474-ACB6-3BD1F25B99EF}" dt="2026-03-18T00:26:58.949" v="2897" actId="478"/>
          <ac:spMkLst>
            <pc:docMk/>
            <pc:sldMk cId="1650999574" sldId="343"/>
            <ac:spMk id="2" creationId="{0CF910EE-0B7E-6594-827A-B1C46C141B83}"/>
          </ac:spMkLst>
        </pc:spChg>
        <pc:spChg chg="mod">
          <ac:chgData name="Suhila V M" userId="5fcc93c5837a92cc" providerId="LiveId" clId="{AA57B9DB-CBF0-4474-ACB6-3BD1F25B99EF}" dt="2026-03-18T00:37:33.579" v="2909" actId="5793"/>
          <ac:spMkLst>
            <pc:docMk/>
            <pc:sldMk cId="1650999574" sldId="343"/>
            <ac:spMk id="3" creationId="{50EE64A2-6C48-DECE-37E2-E614058BD211}"/>
          </ac:spMkLst>
        </pc:spChg>
      </pc:sldChg>
      <pc:sldChg chg="modSp new mod">
        <pc:chgData name="Suhila V M" userId="5fcc93c5837a92cc" providerId="LiveId" clId="{AA57B9DB-CBF0-4474-ACB6-3BD1F25B99EF}" dt="2026-03-18T00:37:24.316" v="2904" actId="5793"/>
        <pc:sldMkLst>
          <pc:docMk/>
          <pc:sldMk cId="2295973988" sldId="344"/>
        </pc:sldMkLst>
        <pc:spChg chg="mod">
          <ac:chgData name="Suhila V M" userId="5fcc93c5837a92cc" providerId="LiveId" clId="{AA57B9DB-CBF0-4474-ACB6-3BD1F25B99EF}" dt="2026-03-18T00:37:24.316" v="2904" actId="5793"/>
          <ac:spMkLst>
            <pc:docMk/>
            <pc:sldMk cId="2295973988" sldId="344"/>
            <ac:spMk id="3" creationId="{DF28EFA3-0498-D7C2-6970-0658F4017598}"/>
          </ac:spMkLst>
        </pc:spChg>
      </pc:sldChg>
      <pc:sldChg chg="modSp new mod">
        <pc:chgData name="Suhila V M" userId="5fcc93c5837a92cc" providerId="LiveId" clId="{AA57B9DB-CBF0-4474-ACB6-3BD1F25B99EF}" dt="2026-03-18T00:19:15.206" v="2811" actId="255"/>
        <pc:sldMkLst>
          <pc:docMk/>
          <pc:sldMk cId="4094762768" sldId="345"/>
        </pc:sldMkLst>
        <pc:spChg chg="mod">
          <ac:chgData name="Suhila V M" userId="5fcc93c5837a92cc" providerId="LiveId" clId="{AA57B9DB-CBF0-4474-ACB6-3BD1F25B99EF}" dt="2026-03-18T00:19:15.206" v="2811" actId="255"/>
          <ac:spMkLst>
            <pc:docMk/>
            <pc:sldMk cId="4094762768" sldId="345"/>
            <ac:spMk id="3" creationId="{3A0FFC32-E5BC-8732-52CD-0AB79601571A}"/>
          </ac:spMkLst>
        </pc:spChg>
      </pc:sldChg>
    </pc:docChg>
  </pc:docChgLst>
  <pc:docChgLst>
    <pc:chgData name="Suhila V M" userId="5fcc93c5837a92cc" providerId="LiveId" clId="{CFC7BA82-1F81-3FE6-848D-0C08D0B4DF91}"/>
    <pc:docChg chg="modSld">
      <pc:chgData name="Suhila V M" userId="5fcc93c5837a92cc" providerId="LiveId" clId="{CFC7BA82-1F81-3FE6-848D-0C08D0B4DF91}" dt="2026-03-23T02:00:13.122" v="2" actId="20577"/>
      <pc:docMkLst>
        <pc:docMk/>
      </pc:docMkLst>
      <pc:sldChg chg="mod modShow">
        <pc:chgData name="Suhila V M" userId="5fcc93c5837a92cc" providerId="LiveId" clId="{CFC7BA82-1F81-3FE6-848D-0C08D0B4DF91}" dt="2026-03-06T04:39:54.711" v="0" actId="729"/>
        <pc:sldMkLst>
          <pc:docMk/>
          <pc:sldMk cId="1611346215" sldId="289"/>
        </pc:sldMkLst>
      </pc:sldChg>
      <pc:sldChg chg="mod modShow">
        <pc:chgData name="Suhila V M" userId="5fcc93c5837a92cc" providerId="LiveId" clId="{CFC7BA82-1F81-3FE6-848D-0C08D0B4DF91}" dt="2026-03-06T04:39:58.054" v="1" actId="729"/>
        <pc:sldMkLst>
          <pc:docMk/>
          <pc:sldMk cId="1108334986" sldId="316"/>
        </pc:sldMkLst>
      </pc:sldChg>
      <pc:sldChg chg="modSp mod">
        <pc:chgData name="Suhila V M" userId="5fcc93c5837a92cc" providerId="LiveId" clId="{CFC7BA82-1F81-3FE6-848D-0C08D0B4DF91}" dt="2026-03-23T02:00:13.122" v="2" actId="20577"/>
        <pc:sldMkLst>
          <pc:docMk/>
          <pc:sldMk cId="159109730" sldId="339"/>
        </pc:sldMkLst>
        <pc:spChg chg="mod">
          <ac:chgData name="Suhila V M" userId="5fcc93c5837a92cc" providerId="LiveId" clId="{CFC7BA82-1F81-3FE6-848D-0C08D0B4DF91}" dt="2026-03-23T02:00:13.122" v="2" actId="20577"/>
          <ac:spMkLst>
            <pc:docMk/>
            <pc:sldMk cId="159109730" sldId="339"/>
            <ac:spMk id="3" creationId="{DE125BA6-5EC0-9722-26A5-FDE6D433B9E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95B46B-9EB9-4131-AC08-492598D9CBEC}" type="datetimeFigureOut">
              <a:rPr lang="en-IN" smtClean="0"/>
              <a:t>23-03-2026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BE7065-B300-4310-A61E-8B9FF8413AB2}" type="slidenum">
              <a:rPr lang="en-IN" smtClean="0"/>
              <a:t>‹#›</a:t>
            </a:fld>
            <a:endParaRPr lang="en-IN"/>
          </a:p>
        </p:txBody>
      </p:sp>
    </p:spTree>
    <p:extLst>
      <p:ext uri="{BB962C8B-B14F-4D97-AF65-F5344CB8AC3E}">
        <p14:creationId xmlns:p14="http://schemas.microsoft.com/office/powerpoint/2010/main" val="461395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BE7065-B300-4310-A61E-8B9FF8413AB2}" type="slidenum">
              <a:rPr lang="en-IN" smtClean="0"/>
              <a:t>11</a:t>
            </a:fld>
            <a:endParaRPr lang="en-IN"/>
          </a:p>
        </p:txBody>
      </p:sp>
    </p:spTree>
    <p:extLst>
      <p:ext uri="{BB962C8B-B14F-4D97-AF65-F5344CB8AC3E}">
        <p14:creationId xmlns:p14="http://schemas.microsoft.com/office/powerpoint/2010/main" val="3963271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BE7065-B300-4310-A61E-8B9FF8413AB2}" type="slidenum">
              <a:rPr lang="en-IN" smtClean="0"/>
              <a:t>18</a:t>
            </a:fld>
            <a:endParaRPr lang="en-IN"/>
          </a:p>
        </p:txBody>
      </p:sp>
    </p:spTree>
    <p:extLst>
      <p:ext uri="{BB962C8B-B14F-4D97-AF65-F5344CB8AC3E}">
        <p14:creationId xmlns:p14="http://schemas.microsoft.com/office/powerpoint/2010/main" val="2490616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ABF614-5731-438C-BE70-5E0B6DA2D7C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2177970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ABF614-5731-438C-BE70-5E0B6DA2D7C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1575947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ABF614-5731-438C-BE70-5E0B6DA2D7C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374819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ABF614-5731-438C-BE70-5E0B6DA2D7C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2953780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ABF614-5731-438C-BE70-5E0B6DA2D7CB}" type="datetimeFigureOut">
              <a:rPr lang="en-IN" smtClean="0"/>
              <a:t>23-03-2026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3242082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ABF614-5731-438C-BE70-5E0B6DA2D7CB}" type="datetimeFigureOut">
              <a:rPr lang="en-IN" smtClean="0"/>
              <a:t>23-03-2026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20057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ABF614-5731-438C-BE70-5E0B6DA2D7CB}" type="datetimeFigureOut">
              <a:rPr lang="en-IN" smtClean="0"/>
              <a:t>23-03-2026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305773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ABF614-5731-438C-BE70-5E0B6DA2D7C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836422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ABF614-5731-438C-BE70-5E0B6DA2D7C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2351306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ABF614-5731-438C-BE70-5E0B6DA2D7C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1151656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ABF614-5731-438C-BE70-5E0B6DA2D7C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16278303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ABF614-5731-438C-BE70-5E0B6DA2D7C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622157-0CA1-49A2-A665-70AAE88BA353}"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010034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ABF614-5731-438C-BE70-5E0B6DA2D7C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12316384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9ABF614-5731-438C-BE70-5E0B6DA2D7CB}" type="datetimeFigureOut">
              <a:rPr lang="en-IN" smtClean="0"/>
              <a:t>23-03-2026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3736254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9ABF614-5731-438C-BE70-5E0B6DA2D7CB}" type="datetimeFigureOut">
              <a:rPr lang="en-IN" smtClean="0"/>
              <a:t>23-03-2026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3784405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ABF614-5731-438C-BE70-5E0B6DA2D7C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41386641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ABF614-5731-438C-BE70-5E0B6DA2D7C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622157-0CA1-49A2-A665-70AAE88BA353}" type="slidenum">
              <a:rPr lang="en-IN" smtClean="0"/>
              <a:t>‹#›</a:t>
            </a:fld>
            <a:endParaRPr lang="en-IN"/>
          </a:p>
        </p:txBody>
      </p:sp>
    </p:spTree>
    <p:extLst>
      <p:ext uri="{BB962C8B-B14F-4D97-AF65-F5344CB8AC3E}">
        <p14:creationId xmlns:p14="http://schemas.microsoft.com/office/powerpoint/2010/main" val="1885688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9ABF614-5731-438C-BE70-5E0B6DA2D7CB}" type="datetimeFigureOut">
              <a:rPr lang="en-IN" smtClean="0"/>
              <a:t>23-03-2026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2622157-0CA1-49A2-A665-70AAE88BA353}" type="slidenum">
              <a:rPr lang="en-IN" smtClean="0"/>
              <a:t>‹#›</a:t>
            </a:fld>
            <a:endParaRPr lang="en-IN"/>
          </a:p>
        </p:txBody>
      </p:sp>
    </p:spTree>
    <p:extLst>
      <p:ext uri="{BB962C8B-B14F-4D97-AF65-F5344CB8AC3E}">
        <p14:creationId xmlns:p14="http://schemas.microsoft.com/office/powerpoint/2010/main" val="44777739"/>
      </p:ext>
    </p:extLst>
  </p:cSld>
  <p:clrMap bg1="dk1" tx1="lt1" bg2="dk2" tx2="lt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8A21F-18E6-4EA7-6033-6986CEC7F4E0}"/>
              </a:ext>
            </a:extLst>
          </p:cNvPr>
          <p:cNvSpPr>
            <a:spLocks noGrp="1"/>
          </p:cNvSpPr>
          <p:nvPr>
            <p:ph type="ctrTitle"/>
          </p:nvPr>
        </p:nvSpPr>
        <p:spPr/>
        <p:txBody>
          <a:bodyPr/>
          <a:lstStyle/>
          <a:p>
            <a:pPr algn="r"/>
            <a:r>
              <a:rPr lang="en-US" dirty="0"/>
              <a:t>MODULE 4</a:t>
            </a:r>
            <a:endParaRPr lang="en-IN" dirty="0"/>
          </a:p>
        </p:txBody>
      </p:sp>
      <p:sp>
        <p:nvSpPr>
          <p:cNvPr id="3" name="Subtitle 2">
            <a:extLst>
              <a:ext uri="{FF2B5EF4-FFF2-40B4-BE49-F238E27FC236}">
                <a16:creationId xmlns:a16="http://schemas.microsoft.com/office/drawing/2014/main" id="{D7407C22-A7FA-BFF3-E15F-333EF7D5F261}"/>
              </a:ext>
            </a:extLst>
          </p:cNvPr>
          <p:cNvSpPr>
            <a:spLocks noGrp="1"/>
          </p:cNvSpPr>
          <p:nvPr>
            <p:ph type="subTitle" idx="1"/>
          </p:nvPr>
        </p:nvSpPr>
        <p:spPr>
          <a:xfrm>
            <a:off x="1595269" y="3602037"/>
            <a:ext cx="9001462" cy="1959007"/>
          </a:xfrm>
        </p:spPr>
        <p:txBody>
          <a:bodyPr>
            <a:normAutofit fontScale="92500"/>
          </a:bodyPr>
          <a:lstStyle/>
          <a:p>
            <a:pPr algn="r"/>
            <a:r>
              <a:rPr lang="en-US" sz="2600" dirty="0"/>
              <a:t>Cloud in DevOps : Cloud Services and Models, Case study Using AWS in DevOps Information Security: Ethical hacking, Cyber security and information Security, Service Development Life Cycle, Threat Modeling and Risk </a:t>
            </a:r>
            <a:r>
              <a:rPr lang="en-US" dirty="0"/>
              <a:t>Management.. </a:t>
            </a:r>
            <a:endParaRPr lang="en-IN" dirty="0"/>
          </a:p>
        </p:txBody>
      </p:sp>
    </p:spTree>
    <p:extLst>
      <p:ext uri="{BB962C8B-B14F-4D97-AF65-F5344CB8AC3E}">
        <p14:creationId xmlns:p14="http://schemas.microsoft.com/office/powerpoint/2010/main" val="2299742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F9D74-F735-DABB-C725-CEB4D1EE83EE}"/>
              </a:ext>
            </a:extLst>
          </p:cNvPr>
          <p:cNvSpPr>
            <a:spLocks noGrp="1"/>
          </p:cNvSpPr>
          <p:nvPr>
            <p:ph type="title"/>
          </p:nvPr>
        </p:nvSpPr>
        <p:spPr>
          <a:xfrm>
            <a:off x="913794" y="217716"/>
            <a:ext cx="10353761" cy="640702"/>
          </a:xfrm>
        </p:spPr>
        <p:txBody>
          <a:bodyPr/>
          <a:lstStyle/>
          <a:p>
            <a:r>
              <a:rPr lang="en-US" dirty="0"/>
              <a:t>CLOUD IN DEVOPS</a:t>
            </a:r>
            <a:endParaRPr lang="en-IN" dirty="0"/>
          </a:p>
        </p:txBody>
      </p:sp>
      <p:sp>
        <p:nvSpPr>
          <p:cNvPr id="3" name="Content Placeholder 2">
            <a:extLst>
              <a:ext uri="{FF2B5EF4-FFF2-40B4-BE49-F238E27FC236}">
                <a16:creationId xmlns:a16="http://schemas.microsoft.com/office/drawing/2014/main" id="{604CB04A-C821-4108-7533-FAFB506168EE}"/>
              </a:ext>
            </a:extLst>
          </p:cNvPr>
          <p:cNvSpPr>
            <a:spLocks noGrp="1"/>
          </p:cNvSpPr>
          <p:nvPr>
            <p:ph idx="1"/>
          </p:nvPr>
        </p:nvSpPr>
        <p:spPr>
          <a:xfrm>
            <a:off x="913795" y="858418"/>
            <a:ext cx="10353762" cy="5781866"/>
          </a:xfrm>
        </p:spPr>
        <p:txBody>
          <a:bodyPr>
            <a:normAutofit fontScale="70000" lnSpcReduction="20000"/>
          </a:bodyPr>
          <a:lstStyle/>
          <a:p>
            <a:pPr algn="just"/>
            <a:r>
              <a:rPr lang="en-US" sz="2800" dirty="0">
                <a:effectLst/>
              </a:rPr>
              <a:t>Cloud computing and DevOps are related in several ways. When DevOps and Cloud Solutions work together in an environment that is built for flexibility and agility, it can be termed as </a:t>
            </a:r>
            <a:r>
              <a:rPr lang="en-US" sz="2800" b="1" dirty="0">
                <a:effectLst/>
              </a:rPr>
              <a:t>Cloud DevOps</a:t>
            </a:r>
            <a:r>
              <a:rPr lang="en-US" sz="2800" dirty="0">
                <a:effectLst/>
              </a:rPr>
              <a:t>.</a:t>
            </a:r>
          </a:p>
          <a:p>
            <a:pPr algn="just"/>
            <a:r>
              <a:rPr lang="en-US" sz="2800" dirty="0">
                <a:effectLst/>
              </a:rPr>
              <a:t>Cloud computing provides the infrastructure and tools necessary for organizations to implement DevOps practices, while DevOps provides the methodology and culture for organizations to utilize cloud computing effectively.</a:t>
            </a:r>
          </a:p>
          <a:p>
            <a:pPr algn="just"/>
            <a:r>
              <a:rPr lang="en-US" sz="2800" dirty="0">
                <a:effectLst/>
              </a:rPr>
              <a:t>One of the main ways cloud computing and DevOps are related is through the</a:t>
            </a:r>
            <a:r>
              <a:rPr lang="en-US" sz="2800" b="1" dirty="0">
                <a:effectLst/>
              </a:rPr>
              <a:t> concept of infrastructure as code</a:t>
            </a:r>
            <a:r>
              <a:rPr lang="en-US" sz="2800" dirty="0">
                <a:effectLst/>
              </a:rPr>
              <a:t>. </a:t>
            </a:r>
          </a:p>
          <a:p>
            <a:pPr lvl="1" algn="just">
              <a:buFont typeface="Courier New" panose="02070309020205020404" pitchFamily="49" charset="0"/>
              <a:buChar char="o"/>
            </a:pPr>
            <a:r>
              <a:rPr lang="en-US" sz="2800" dirty="0">
                <a:effectLst/>
              </a:rPr>
              <a:t>Cloud computing allows organizations to easily provision and manage their infrastructure through code rather than manually configuring servers and other resources. </a:t>
            </a:r>
          </a:p>
          <a:p>
            <a:pPr lvl="1" algn="just">
              <a:buFont typeface="Courier New" panose="02070309020205020404" pitchFamily="49" charset="0"/>
              <a:buChar char="o"/>
            </a:pPr>
            <a:r>
              <a:rPr lang="en-US" sz="2800" dirty="0">
                <a:effectLst/>
              </a:rPr>
              <a:t>This allows for greater automation and scalability, which are key principles of DevOps. </a:t>
            </a:r>
          </a:p>
          <a:p>
            <a:pPr lvl="1" algn="just">
              <a:buFont typeface="Courier New" panose="02070309020205020404" pitchFamily="49" charset="0"/>
              <a:buChar char="o"/>
            </a:pPr>
            <a:r>
              <a:rPr lang="en-US" sz="2800" dirty="0">
                <a:effectLst/>
              </a:rPr>
              <a:t>Additionally, cloud computing provides the flexibility and scalability necessary for organizations to implement continuous integration and continuous delivery (CI/CD) pipelines, which are central to DevOps.</a:t>
            </a:r>
          </a:p>
          <a:p>
            <a:pPr algn="just"/>
            <a:endParaRPr lang="en-IN" dirty="0"/>
          </a:p>
        </p:txBody>
      </p:sp>
    </p:spTree>
    <p:extLst>
      <p:ext uri="{BB962C8B-B14F-4D97-AF65-F5344CB8AC3E}">
        <p14:creationId xmlns:p14="http://schemas.microsoft.com/office/powerpoint/2010/main" val="1929826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0C83E3-081C-794B-86BA-F725C37CC909}"/>
              </a:ext>
            </a:extLst>
          </p:cNvPr>
          <p:cNvSpPr>
            <a:spLocks noGrp="1"/>
          </p:cNvSpPr>
          <p:nvPr>
            <p:ph idx="1"/>
          </p:nvPr>
        </p:nvSpPr>
        <p:spPr>
          <a:xfrm>
            <a:off x="913795" y="279918"/>
            <a:ext cx="10353762" cy="6055568"/>
          </a:xfrm>
        </p:spPr>
        <p:txBody>
          <a:bodyPr>
            <a:normAutofit/>
          </a:bodyPr>
          <a:lstStyle/>
          <a:p>
            <a:pPr algn="just"/>
            <a:r>
              <a:rPr lang="en-US" sz="2200" dirty="0">
                <a:effectLst/>
              </a:rPr>
              <a:t>Another way in which cloud computing and DevOps are related is through the use of </a:t>
            </a:r>
            <a:r>
              <a:rPr lang="en-US" sz="2200" b="1" dirty="0">
                <a:effectLst/>
              </a:rPr>
              <a:t>cloud-native tools and services</a:t>
            </a:r>
            <a:r>
              <a:rPr lang="en-US" sz="2200" dirty="0">
                <a:effectLst/>
              </a:rPr>
              <a:t>. </a:t>
            </a:r>
          </a:p>
          <a:p>
            <a:pPr lvl="1" algn="just">
              <a:buFont typeface="Courier New" panose="02070309020205020404" pitchFamily="49" charset="0"/>
              <a:buChar char="o"/>
            </a:pPr>
            <a:r>
              <a:rPr lang="en-US" sz="2200" dirty="0">
                <a:effectLst/>
              </a:rPr>
              <a:t>For example, many cloud providers offer a wide range of services, such as container orchestration, serverless computing, and monitoring and logging, which can be used to implement DevOps practices. </a:t>
            </a:r>
          </a:p>
          <a:p>
            <a:pPr lvl="1" algn="just">
              <a:buFont typeface="Courier New" panose="02070309020205020404" pitchFamily="49" charset="0"/>
              <a:buChar char="o"/>
            </a:pPr>
            <a:r>
              <a:rPr lang="en-US" sz="2200" dirty="0">
                <a:effectLst/>
              </a:rPr>
              <a:t>Additionally, many cloud providers offer pre-built solutions for CI/CD, testing, and monitoring, which can help organizations implement DevOps practices more easily.</a:t>
            </a:r>
          </a:p>
          <a:p>
            <a:pPr lvl="1" algn="just">
              <a:buFont typeface="Courier New" panose="02070309020205020404" pitchFamily="49" charset="0"/>
              <a:buChar char="o"/>
            </a:pPr>
            <a:r>
              <a:rPr lang="en-US" sz="2200" dirty="0">
                <a:effectLst/>
              </a:rPr>
              <a:t>Overall, Cloud computing and DevOps have related to providing the infrastructure and tools necessary for organizations to implement DevOps practices. </a:t>
            </a:r>
          </a:p>
          <a:p>
            <a:pPr lvl="1" algn="just">
              <a:buFont typeface="Courier New" panose="02070309020205020404" pitchFamily="49" charset="0"/>
              <a:buChar char="o"/>
            </a:pPr>
            <a:r>
              <a:rPr lang="en-US" sz="2200" dirty="0">
                <a:effectLst/>
              </a:rPr>
              <a:t>At the same time, DevOps methodology and culture help organizations to utilize cloud computing effectively.</a:t>
            </a:r>
          </a:p>
          <a:p>
            <a:pPr algn="just"/>
            <a:endParaRPr lang="en-IN" sz="2200" dirty="0"/>
          </a:p>
        </p:txBody>
      </p:sp>
    </p:spTree>
    <p:extLst>
      <p:ext uri="{BB962C8B-B14F-4D97-AF65-F5344CB8AC3E}">
        <p14:creationId xmlns:p14="http://schemas.microsoft.com/office/powerpoint/2010/main" val="1679509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08C02-9BDE-4629-B477-BBFF02EE5C9B}"/>
              </a:ext>
            </a:extLst>
          </p:cNvPr>
          <p:cNvSpPr>
            <a:spLocks noGrp="1"/>
          </p:cNvSpPr>
          <p:nvPr>
            <p:ph type="title"/>
          </p:nvPr>
        </p:nvSpPr>
        <p:spPr/>
        <p:txBody>
          <a:bodyPr/>
          <a:lstStyle/>
          <a:p>
            <a:r>
              <a:rPr lang="en-US" dirty="0"/>
              <a:t>Three important ways DevOps and cloud work together</a:t>
            </a:r>
            <a:endParaRPr lang="en-IN" dirty="0"/>
          </a:p>
        </p:txBody>
      </p:sp>
      <p:sp>
        <p:nvSpPr>
          <p:cNvPr id="3" name="Content Placeholder 2">
            <a:extLst>
              <a:ext uri="{FF2B5EF4-FFF2-40B4-BE49-F238E27FC236}">
                <a16:creationId xmlns:a16="http://schemas.microsoft.com/office/drawing/2014/main" id="{00C7F2D4-5F17-14EE-5BAF-58D3786F9805}"/>
              </a:ext>
            </a:extLst>
          </p:cNvPr>
          <p:cNvSpPr>
            <a:spLocks noGrp="1"/>
          </p:cNvSpPr>
          <p:nvPr>
            <p:ph idx="1"/>
          </p:nvPr>
        </p:nvSpPr>
        <p:spPr>
          <a:xfrm>
            <a:off x="913794" y="2655901"/>
            <a:ext cx="10353762" cy="3695136"/>
          </a:xfrm>
        </p:spPr>
        <p:txBody>
          <a:bodyPr/>
          <a:lstStyle/>
          <a:p>
            <a:pPr marL="457200" indent="-457200" algn="just">
              <a:buFont typeface="+mj-lt"/>
              <a:buAutoNum type="arabicPeriod"/>
            </a:pPr>
            <a:r>
              <a:rPr lang="en-US" dirty="0">
                <a:effectLst/>
              </a:rPr>
              <a:t>Cloud Infrastructure supports DevOps, enabling faster development and scalability.</a:t>
            </a:r>
          </a:p>
          <a:p>
            <a:pPr marL="457200" indent="-457200" algn="just">
              <a:buFont typeface="+mj-lt"/>
              <a:buAutoNum type="arabicPeriod"/>
            </a:pPr>
            <a:r>
              <a:rPr lang="en-US" dirty="0" err="1">
                <a:effectLst/>
              </a:rPr>
              <a:t>CloudSecOps</a:t>
            </a:r>
            <a:r>
              <a:rPr lang="en-US" dirty="0">
                <a:effectLst/>
              </a:rPr>
              <a:t> combines IT security and operations to protect cloud assets</a:t>
            </a:r>
          </a:p>
          <a:p>
            <a:pPr marL="457200" indent="-457200" algn="just">
              <a:buFont typeface="+mj-lt"/>
              <a:buAutoNum type="arabicPeriod"/>
            </a:pPr>
            <a:r>
              <a:rPr lang="en-US" dirty="0">
                <a:effectLst/>
              </a:rPr>
              <a:t>DevOps as a Service platform enables organizations to set up (CI/CD) pipelines via the cloud without adopting multiple technologies.</a:t>
            </a:r>
          </a:p>
          <a:p>
            <a:pPr algn="just"/>
            <a:endParaRPr lang="en-IN" dirty="0"/>
          </a:p>
        </p:txBody>
      </p:sp>
    </p:spTree>
    <p:extLst>
      <p:ext uri="{BB962C8B-B14F-4D97-AF65-F5344CB8AC3E}">
        <p14:creationId xmlns:p14="http://schemas.microsoft.com/office/powerpoint/2010/main" val="2335917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1A0FE-20A6-C6AC-1813-73429435C0DD}"/>
              </a:ext>
            </a:extLst>
          </p:cNvPr>
          <p:cNvSpPr>
            <a:spLocks noGrp="1"/>
          </p:cNvSpPr>
          <p:nvPr>
            <p:ph type="title"/>
          </p:nvPr>
        </p:nvSpPr>
        <p:spPr/>
        <p:txBody>
          <a:bodyPr/>
          <a:lstStyle/>
          <a:p>
            <a:r>
              <a:rPr lang="en-US" dirty="0"/>
              <a:t>1. </a:t>
            </a:r>
            <a:r>
              <a:rPr lang="en-US" dirty="0">
                <a:effectLst/>
              </a:rPr>
              <a:t>Cloud is leveraged by DevOps:</a:t>
            </a:r>
            <a:br>
              <a:rPr lang="en-US" dirty="0">
                <a:effectLst/>
              </a:rPr>
            </a:br>
            <a:endParaRPr lang="en-IN" dirty="0"/>
          </a:p>
        </p:txBody>
      </p:sp>
      <p:sp>
        <p:nvSpPr>
          <p:cNvPr id="3" name="Content Placeholder 2">
            <a:extLst>
              <a:ext uri="{FF2B5EF4-FFF2-40B4-BE49-F238E27FC236}">
                <a16:creationId xmlns:a16="http://schemas.microsoft.com/office/drawing/2014/main" id="{C7C12F2F-68F1-AC3D-B34D-DA53707D4E8D}"/>
              </a:ext>
            </a:extLst>
          </p:cNvPr>
          <p:cNvSpPr>
            <a:spLocks noGrp="1"/>
          </p:cNvSpPr>
          <p:nvPr>
            <p:ph idx="1"/>
          </p:nvPr>
        </p:nvSpPr>
        <p:spPr/>
        <p:txBody>
          <a:bodyPr>
            <a:noAutofit/>
          </a:bodyPr>
          <a:lstStyle/>
          <a:p>
            <a:pPr algn="just"/>
            <a:r>
              <a:rPr lang="en-US" sz="2200" dirty="0">
                <a:effectLst/>
              </a:rPr>
              <a:t>Organizations utilizing DevOps manage and automate their infrastructure using Cloud Computing technologies. </a:t>
            </a:r>
          </a:p>
          <a:p>
            <a:pPr algn="just"/>
            <a:r>
              <a:rPr lang="en-US" sz="2200" dirty="0">
                <a:effectLst/>
              </a:rPr>
              <a:t>This enables them to follow an agile approach to different work processes. DevOps processes are said to be very agile when implemented efficiently, but they can face limitations of an on-premise environment every now and then.</a:t>
            </a:r>
          </a:p>
          <a:p>
            <a:pPr algn="just"/>
            <a:r>
              <a:rPr lang="en-US" sz="2200" dirty="0">
                <a:effectLst/>
              </a:rPr>
              <a:t>For instance, if an organization needs to start building a new software project or scale up an existing production application, it can cause needless delays and complexity for DevOps teams.</a:t>
            </a:r>
          </a:p>
          <a:p>
            <a:pPr algn="just"/>
            <a:endParaRPr lang="en-IN" sz="2200" dirty="0"/>
          </a:p>
        </p:txBody>
      </p:sp>
    </p:spTree>
    <p:extLst>
      <p:ext uri="{BB962C8B-B14F-4D97-AF65-F5344CB8AC3E}">
        <p14:creationId xmlns:p14="http://schemas.microsoft.com/office/powerpoint/2010/main" val="3276446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95A249-F688-98F1-041D-E47BD5983630}"/>
              </a:ext>
            </a:extLst>
          </p:cNvPr>
          <p:cNvSpPr>
            <a:spLocks noGrp="1"/>
          </p:cNvSpPr>
          <p:nvPr>
            <p:ph idx="1"/>
          </p:nvPr>
        </p:nvSpPr>
        <p:spPr>
          <a:xfrm>
            <a:off x="913795" y="1483567"/>
            <a:ext cx="10353762" cy="4307633"/>
          </a:xfrm>
        </p:spPr>
        <p:txBody>
          <a:bodyPr>
            <a:normAutofit/>
          </a:bodyPr>
          <a:lstStyle/>
          <a:p>
            <a:pPr algn="just"/>
            <a:r>
              <a:rPr lang="en-US" sz="2200" dirty="0">
                <a:effectLst/>
              </a:rPr>
              <a:t>In cases like this, Cloud infrastructure offers an important boost for DevOps. </a:t>
            </a:r>
          </a:p>
          <a:p>
            <a:pPr algn="just"/>
            <a:r>
              <a:rPr lang="en-US" sz="2200" dirty="0">
                <a:effectLst/>
              </a:rPr>
              <a:t>It minimizes the latency and enables centralized management via a unified platform for deploying, testing, integrating, and releasing applications. </a:t>
            </a:r>
          </a:p>
          <a:p>
            <a:pPr algn="just"/>
            <a:r>
              <a:rPr lang="en-US" sz="2200" dirty="0">
                <a:effectLst/>
              </a:rPr>
              <a:t>They also offer CI/CD tools to automate DevOps processes. </a:t>
            </a:r>
          </a:p>
          <a:p>
            <a:pPr algn="just"/>
            <a:r>
              <a:rPr lang="en-US" sz="2200" dirty="0">
                <a:effectLst/>
              </a:rPr>
              <a:t>This enables the DevOps teams to collaborate among each other across distributed enterprise environments along with adapting to the changing requirements.</a:t>
            </a:r>
          </a:p>
          <a:p>
            <a:pPr algn="just"/>
            <a:r>
              <a:rPr lang="en-US" sz="2200" dirty="0">
                <a:effectLst/>
              </a:rPr>
              <a:t>This high level cloud-based DevOps automation helps minimize human error and streamline repeatable processes and tasks.</a:t>
            </a:r>
          </a:p>
          <a:p>
            <a:pPr algn="just"/>
            <a:endParaRPr lang="en-IN" sz="2200" dirty="0"/>
          </a:p>
        </p:txBody>
      </p:sp>
    </p:spTree>
    <p:extLst>
      <p:ext uri="{BB962C8B-B14F-4D97-AF65-F5344CB8AC3E}">
        <p14:creationId xmlns:p14="http://schemas.microsoft.com/office/powerpoint/2010/main" val="1927933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0E568-FD11-38A3-4AB8-E0B83B42CB0F}"/>
              </a:ext>
            </a:extLst>
          </p:cNvPr>
          <p:cNvSpPr>
            <a:spLocks noGrp="1"/>
          </p:cNvSpPr>
          <p:nvPr>
            <p:ph type="title"/>
          </p:nvPr>
        </p:nvSpPr>
        <p:spPr/>
        <p:txBody>
          <a:bodyPr>
            <a:normAutofit fontScale="90000"/>
          </a:bodyPr>
          <a:lstStyle/>
          <a:p>
            <a:r>
              <a:rPr lang="en-US" dirty="0">
                <a:effectLst/>
              </a:rPr>
              <a:t>2. </a:t>
            </a:r>
            <a:r>
              <a:rPr lang="en-US" dirty="0" err="1">
                <a:effectLst/>
              </a:rPr>
              <a:t>C</a:t>
            </a:r>
            <a:r>
              <a:rPr lang="en-US" cap="none" dirty="0" err="1">
                <a:effectLst/>
              </a:rPr>
              <a:t>loudSecOps</a:t>
            </a:r>
            <a:r>
              <a:rPr lang="en-US" dirty="0">
                <a:effectLst/>
              </a:rPr>
              <a:t> (Cloud Security Operations):</a:t>
            </a:r>
            <a:br>
              <a:rPr lang="en-US" dirty="0">
                <a:effectLst/>
              </a:rPr>
            </a:br>
            <a:endParaRPr lang="en-IN" dirty="0"/>
          </a:p>
        </p:txBody>
      </p:sp>
      <p:sp>
        <p:nvSpPr>
          <p:cNvPr id="3" name="Content Placeholder 2">
            <a:extLst>
              <a:ext uri="{FF2B5EF4-FFF2-40B4-BE49-F238E27FC236}">
                <a16:creationId xmlns:a16="http://schemas.microsoft.com/office/drawing/2014/main" id="{96816D72-CC14-6305-3695-751321B21D8C}"/>
              </a:ext>
            </a:extLst>
          </p:cNvPr>
          <p:cNvSpPr>
            <a:spLocks noGrp="1"/>
          </p:cNvSpPr>
          <p:nvPr>
            <p:ph idx="1"/>
          </p:nvPr>
        </p:nvSpPr>
        <p:spPr/>
        <p:txBody>
          <a:bodyPr>
            <a:normAutofit/>
          </a:bodyPr>
          <a:lstStyle/>
          <a:p>
            <a:pPr algn="just"/>
            <a:r>
              <a:rPr lang="en-US" sz="2200" dirty="0">
                <a:effectLst/>
              </a:rPr>
              <a:t>SecOps or Security Operations is a collaboration between IT security and IT operations. </a:t>
            </a:r>
          </a:p>
          <a:p>
            <a:pPr algn="just"/>
            <a:r>
              <a:rPr lang="en-US" sz="2200" dirty="0">
                <a:effectLst/>
              </a:rPr>
              <a:t>It integrates processes, tools and technology to keep an enterprise secure along with reducing any associated risks.</a:t>
            </a:r>
            <a:r>
              <a:rPr lang="en-US" sz="2200" b="1" dirty="0">
                <a:effectLst/>
              </a:rPr>
              <a:t> </a:t>
            </a:r>
          </a:p>
          <a:p>
            <a:pPr algn="just"/>
            <a:r>
              <a:rPr lang="en-US" sz="2200" b="1" dirty="0">
                <a:effectLst/>
              </a:rPr>
              <a:t>Cloud security operations</a:t>
            </a:r>
            <a:r>
              <a:rPr lang="en-US" sz="2200" dirty="0">
                <a:effectLst/>
              </a:rPr>
              <a:t> or</a:t>
            </a:r>
            <a:r>
              <a:rPr lang="en-US" sz="2200" b="1" dirty="0">
                <a:effectLst/>
              </a:rPr>
              <a:t> </a:t>
            </a:r>
            <a:r>
              <a:rPr lang="en-US" sz="2200" b="1" dirty="0" err="1">
                <a:effectLst/>
              </a:rPr>
              <a:t>CloudSecOps</a:t>
            </a:r>
            <a:r>
              <a:rPr lang="en-US" sz="2200" dirty="0">
                <a:effectLst/>
              </a:rPr>
              <a:t> is an evolution of SecOps that aims to identify, respond, and recover systems from attacks targeting an organization’s cloud assets.</a:t>
            </a:r>
          </a:p>
          <a:p>
            <a:pPr algn="just"/>
            <a:endParaRPr lang="en-IN" sz="2200" dirty="0"/>
          </a:p>
        </p:txBody>
      </p:sp>
    </p:spTree>
    <p:extLst>
      <p:ext uri="{BB962C8B-B14F-4D97-AF65-F5344CB8AC3E}">
        <p14:creationId xmlns:p14="http://schemas.microsoft.com/office/powerpoint/2010/main" val="3759706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AC047-DF11-B7FB-E15F-DC0E7A1991D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D76786C-7F80-58D8-9DBA-575901C1A3A9}"/>
              </a:ext>
            </a:extLst>
          </p:cNvPr>
          <p:cNvSpPr>
            <a:spLocks noGrp="1"/>
          </p:cNvSpPr>
          <p:nvPr>
            <p:ph idx="1"/>
          </p:nvPr>
        </p:nvSpPr>
        <p:spPr/>
        <p:txBody>
          <a:bodyPr>
            <a:noAutofit/>
          </a:bodyPr>
          <a:lstStyle/>
          <a:p>
            <a:pPr algn="just"/>
            <a:r>
              <a:rPr lang="en-US" sz="2200" dirty="0" err="1">
                <a:effectLst/>
              </a:rPr>
              <a:t>CloudSecOps</a:t>
            </a:r>
            <a:r>
              <a:rPr lang="en-US" sz="2200" dirty="0">
                <a:effectLst/>
              </a:rPr>
              <a:t> teams have several roles. Some of them are:</a:t>
            </a:r>
          </a:p>
          <a:p>
            <a:pPr lvl="1" algn="just">
              <a:buFont typeface="Courier New" panose="02070309020205020404" pitchFamily="49" charset="0"/>
              <a:buChar char="o"/>
            </a:pPr>
            <a:r>
              <a:rPr lang="en-US" sz="2200" b="1" dirty="0">
                <a:effectLst/>
              </a:rPr>
              <a:t>Incident management</a:t>
            </a:r>
            <a:r>
              <a:rPr lang="en-US" sz="2200" dirty="0">
                <a:effectLst/>
              </a:rPr>
              <a:t>: Identifies security incidents, responds to them, and coordinates the response with legal and communication teams.</a:t>
            </a:r>
          </a:p>
          <a:p>
            <a:pPr lvl="1" algn="just">
              <a:buFont typeface="Courier New" panose="02070309020205020404" pitchFamily="49" charset="0"/>
              <a:buChar char="o"/>
            </a:pPr>
            <a:r>
              <a:rPr lang="en-US" sz="2200" b="1" dirty="0">
                <a:effectLst/>
              </a:rPr>
              <a:t>Event Prioritization:</a:t>
            </a:r>
            <a:r>
              <a:rPr lang="en-US" sz="2200" dirty="0">
                <a:effectLst/>
              </a:rPr>
              <a:t> Prioritizing events based on risk score calculation for cloud systems, accounts, and devices, and identifying cloud data sensitivity.</a:t>
            </a:r>
          </a:p>
          <a:p>
            <a:pPr lvl="1" algn="just">
              <a:buFont typeface="Courier New" panose="02070309020205020404" pitchFamily="49" charset="0"/>
              <a:buChar char="o"/>
            </a:pPr>
            <a:r>
              <a:rPr lang="en-US" sz="2200" b="1" dirty="0">
                <a:effectLst/>
              </a:rPr>
              <a:t>Threat hunting:</a:t>
            </a:r>
            <a:r>
              <a:rPr lang="en-US" sz="2200" dirty="0">
                <a:effectLst/>
              </a:rPr>
              <a:t> Discovering advanced security threats with the help of tools that filter out the noise from security monitoring solutions enabling advanced investigation of data.</a:t>
            </a:r>
          </a:p>
          <a:p>
            <a:pPr algn="just"/>
            <a:endParaRPr lang="en-IN" sz="2200" dirty="0"/>
          </a:p>
        </p:txBody>
      </p:sp>
    </p:spTree>
    <p:extLst>
      <p:ext uri="{BB962C8B-B14F-4D97-AF65-F5344CB8AC3E}">
        <p14:creationId xmlns:p14="http://schemas.microsoft.com/office/powerpoint/2010/main" val="1625330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FBB8D-916C-DF3E-201D-E05CCA59D57A}"/>
              </a:ext>
            </a:extLst>
          </p:cNvPr>
          <p:cNvSpPr>
            <a:spLocks noGrp="1"/>
          </p:cNvSpPr>
          <p:nvPr>
            <p:ph type="title"/>
          </p:nvPr>
        </p:nvSpPr>
        <p:spPr/>
        <p:txBody>
          <a:bodyPr/>
          <a:lstStyle/>
          <a:p>
            <a:r>
              <a:rPr lang="en-US" dirty="0">
                <a:effectLst/>
              </a:rPr>
              <a:t>3. D</a:t>
            </a:r>
            <a:r>
              <a:rPr lang="en-US" cap="none" dirty="0">
                <a:effectLst/>
              </a:rPr>
              <a:t>ev</a:t>
            </a:r>
            <a:r>
              <a:rPr lang="en-US" dirty="0">
                <a:effectLst/>
              </a:rPr>
              <a:t>O</a:t>
            </a:r>
            <a:r>
              <a:rPr lang="en-US" cap="none" dirty="0">
                <a:effectLst/>
              </a:rPr>
              <a:t>ps</a:t>
            </a:r>
            <a:r>
              <a:rPr lang="en-US" dirty="0">
                <a:effectLst/>
              </a:rPr>
              <a:t> as a Service </a:t>
            </a:r>
            <a:endParaRPr lang="en-IN" dirty="0"/>
          </a:p>
        </p:txBody>
      </p:sp>
      <p:sp>
        <p:nvSpPr>
          <p:cNvPr id="3" name="Content Placeholder 2">
            <a:extLst>
              <a:ext uri="{FF2B5EF4-FFF2-40B4-BE49-F238E27FC236}">
                <a16:creationId xmlns:a16="http://schemas.microsoft.com/office/drawing/2014/main" id="{9103BA7F-DE20-5FF2-B768-7C1B86D65CE4}"/>
              </a:ext>
            </a:extLst>
          </p:cNvPr>
          <p:cNvSpPr>
            <a:spLocks noGrp="1"/>
          </p:cNvSpPr>
          <p:nvPr>
            <p:ph idx="1"/>
          </p:nvPr>
        </p:nvSpPr>
        <p:spPr/>
        <p:txBody>
          <a:bodyPr>
            <a:noAutofit/>
          </a:bodyPr>
          <a:lstStyle/>
          <a:p>
            <a:pPr algn="just"/>
            <a:r>
              <a:rPr lang="en-US" sz="2200" b="1" dirty="0">
                <a:effectLst/>
              </a:rPr>
              <a:t>DevOps as a Service</a:t>
            </a:r>
            <a:r>
              <a:rPr lang="en-US" sz="2200" dirty="0">
                <a:effectLst/>
              </a:rPr>
              <a:t> is a set of cloud-based tools that enables collaboration between the development and operations teams of an organization. </a:t>
            </a:r>
          </a:p>
          <a:p>
            <a:pPr algn="just"/>
            <a:r>
              <a:rPr lang="en-US" sz="2200" dirty="0">
                <a:effectLst/>
              </a:rPr>
              <a:t>This toolset covers all the relevant DevOps processes and provides them as a unified platform where the teams select the tools they want for each purpose.</a:t>
            </a:r>
          </a:p>
          <a:p>
            <a:pPr algn="just"/>
            <a:r>
              <a:rPr lang="en-US" sz="2200" b="1" dirty="0">
                <a:effectLst/>
              </a:rPr>
              <a:t>DevOps as a Service platform</a:t>
            </a:r>
            <a:r>
              <a:rPr lang="en-US" sz="2200" dirty="0">
                <a:effectLst/>
              </a:rPr>
              <a:t> enables organizations to set up continuous integration/ continuous delivery (CI/CD) pipelines via the cloud to increase development velocity and provide continuous feedback to the developers.</a:t>
            </a:r>
          </a:p>
          <a:p>
            <a:pPr algn="just"/>
            <a:r>
              <a:rPr lang="en-US" sz="2200" dirty="0">
                <a:effectLst/>
              </a:rPr>
              <a:t> This way the team can access any relevant technology without having to find, adopt, and learn multiple tools.</a:t>
            </a:r>
          </a:p>
          <a:p>
            <a:pPr marL="0" indent="0" algn="just">
              <a:buNone/>
            </a:pPr>
            <a:endParaRPr lang="en-IN" sz="2200" dirty="0"/>
          </a:p>
        </p:txBody>
      </p:sp>
    </p:spTree>
    <p:extLst>
      <p:ext uri="{BB962C8B-B14F-4D97-AF65-F5344CB8AC3E}">
        <p14:creationId xmlns:p14="http://schemas.microsoft.com/office/powerpoint/2010/main" val="223598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3DF5F-B762-3D1A-7724-E064D8A2A6D6}"/>
              </a:ext>
            </a:extLst>
          </p:cNvPr>
          <p:cNvSpPr>
            <a:spLocks noGrp="1"/>
          </p:cNvSpPr>
          <p:nvPr>
            <p:ph type="title"/>
          </p:nvPr>
        </p:nvSpPr>
        <p:spPr/>
        <p:txBody>
          <a:bodyPr/>
          <a:lstStyle/>
          <a:p>
            <a:r>
              <a:rPr lang="en-US" dirty="0"/>
              <a:t>Cloud services and models</a:t>
            </a:r>
            <a:endParaRPr lang="en-IN" dirty="0"/>
          </a:p>
        </p:txBody>
      </p:sp>
      <p:sp>
        <p:nvSpPr>
          <p:cNvPr id="3" name="Content Placeholder 2">
            <a:extLst>
              <a:ext uri="{FF2B5EF4-FFF2-40B4-BE49-F238E27FC236}">
                <a16:creationId xmlns:a16="http://schemas.microsoft.com/office/drawing/2014/main" id="{07DEC390-B344-89D5-37EA-1397F2B7C51C}"/>
              </a:ext>
            </a:extLst>
          </p:cNvPr>
          <p:cNvSpPr>
            <a:spLocks noGrp="1"/>
          </p:cNvSpPr>
          <p:nvPr>
            <p:ph idx="1"/>
          </p:nvPr>
        </p:nvSpPr>
        <p:spPr/>
        <p:txBody>
          <a:bodyPr/>
          <a:lstStyle/>
          <a:p>
            <a:r>
              <a:rPr lang="en-US" dirty="0">
                <a:effectLst/>
              </a:rPr>
              <a:t>Cloud computing is basically a collection of different services provided by different companies.</a:t>
            </a:r>
          </a:p>
          <a:p>
            <a:r>
              <a:rPr lang="en-US" dirty="0">
                <a:effectLst/>
              </a:rPr>
              <a:t>It mainly depends on resource sharing using internet-enabled devices that allow the function of application software.</a:t>
            </a:r>
          </a:p>
          <a:p>
            <a:r>
              <a:rPr lang="en-US" dirty="0">
                <a:effectLst/>
              </a:rPr>
              <a:t>There are mainly two types of cloud computing models which are service-based and deployment based.</a:t>
            </a:r>
            <a:endParaRPr lang="en-IN" dirty="0"/>
          </a:p>
        </p:txBody>
      </p:sp>
    </p:spTree>
    <p:extLst>
      <p:ext uri="{BB962C8B-B14F-4D97-AF65-F5344CB8AC3E}">
        <p14:creationId xmlns:p14="http://schemas.microsoft.com/office/powerpoint/2010/main" val="662047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A97A42-55C3-E989-816E-B56C84F3BFDD}"/>
              </a:ext>
            </a:extLst>
          </p:cNvPr>
          <p:cNvSpPr>
            <a:spLocks noGrp="1"/>
          </p:cNvSpPr>
          <p:nvPr>
            <p:ph idx="1"/>
          </p:nvPr>
        </p:nvSpPr>
        <p:spPr>
          <a:xfrm>
            <a:off x="226243" y="707010"/>
            <a:ext cx="7824247" cy="6641184"/>
          </a:xfrm>
        </p:spPr>
        <p:txBody>
          <a:bodyPr>
            <a:noAutofit/>
          </a:bodyPr>
          <a:lstStyle/>
          <a:p>
            <a:pPr marL="0" indent="0">
              <a:buNone/>
            </a:pPr>
            <a:r>
              <a:rPr lang="en-US" sz="2600" b="1" i="1" u="sng" dirty="0"/>
              <a:t>DEPLOYMENT BASED MODELS</a:t>
            </a:r>
          </a:p>
          <a:p>
            <a:r>
              <a:rPr lang="en-US" sz="2200" dirty="0"/>
              <a:t>Deployment models describe </a:t>
            </a:r>
            <a:r>
              <a:rPr lang="en-US" sz="2200" i="1" dirty="0"/>
              <a:t>how</a:t>
            </a:r>
            <a:r>
              <a:rPr lang="en-US" sz="2200" dirty="0"/>
              <a:t> cloud services are delivered:</a:t>
            </a:r>
          </a:p>
          <a:p>
            <a:r>
              <a:rPr lang="en-US" sz="2200" b="1" dirty="0"/>
              <a:t>Public Cloud</a:t>
            </a:r>
            <a:br>
              <a:rPr lang="en-US" sz="2200" dirty="0"/>
            </a:br>
            <a:r>
              <a:rPr lang="en-US" sz="2200" dirty="0"/>
              <a:t>Services are offered by third-party providers over the internet. Resources are shared among multiple users.</a:t>
            </a:r>
            <a:br>
              <a:rPr lang="en-US" sz="2200" dirty="0"/>
            </a:br>
            <a:r>
              <a:rPr lang="en-US" sz="2200" i="1" dirty="0"/>
              <a:t>Best for</a:t>
            </a:r>
            <a:r>
              <a:rPr lang="en-US" sz="2200" dirty="0"/>
              <a:t>: Startups, scalable workloads, cost-sensitive projects.</a:t>
            </a:r>
          </a:p>
          <a:p>
            <a:r>
              <a:rPr lang="en-US" sz="2200" b="1" dirty="0"/>
              <a:t>Private Cloud</a:t>
            </a:r>
            <a:br>
              <a:rPr lang="en-US" sz="2200" dirty="0"/>
            </a:br>
            <a:r>
              <a:rPr lang="en-US" sz="2200" dirty="0"/>
              <a:t>Dedicated infrastructure for a single organization, either on-premises or hosted. Provides greater control and security.</a:t>
            </a:r>
            <a:br>
              <a:rPr lang="en-US" sz="2200" dirty="0"/>
            </a:br>
            <a:r>
              <a:rPr lang="en-US" sz="2200" i="1" dirty="0"/>
              <a:t>Best for</a:t>
            </a:r>
            <a:r>
              <a:rPr lang="en-US" sz="2200" dirty="0"/>
              <a:t>: Enterprises with strict compliance or data sovereignty needs.</a:t>
            </a:r>
          </a:p>
          <a:p>
            <a:endParaRPr lang="en-IN" sz="2200" dirty="0"/>
          </a:p>
        </p:txBody>
      </p:sp>
      <p:pic>
        <p:nvPicPr>
          <p:cNvPr id="7" name="Picture 6">
            <a:extLst>
              <a:ext uri="{FF2B5EF4-FFF2-40B4-BE49-F238E27FC236}">
                <a16:creationId xmlns:a16="http://schemas.microsoft.com/office/drawing/2014/main" id="{6F8646CA-4BCA-9FF1-AC6A-A898E178D1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0490" y="0"/>
            <a:ext cx="4141509" cy="6858000"/>
          </a:xfrm>
          <a:prstGeom prst="rect">
            <a:avLst/>
          </a:prstGeom>
        </p:spPr>
      </p:pic>
    </p:spTree>
    <p:extLst>
      <p:ext uri="{BB962C8B-B14F-4D97-AF65-F5344CB8AC3E}">
        <p14:creationId xmlns:p14="http://schemas.microsoft.com/office/powerpoint/2010/main" val="3282717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08DFF0-9332-158E-62D3-DE36D6537DCD}"/>
              </a:ext>
            </a:extLst>
          </p:cNvPr>
          <p:cNvSpPr>
            <a:spLocks noGrp="1"/>
          </p:cNvSpPr>
          <p:nvPr>
            <p:ph idx="1"/>
          </p:nvPr>
        </p:nvSpPr>
        <p:spPr>
          <a:xfrm>
            <a:off x="913795" y="782425"/>
            <a:ext cx="10353762" cy="5008775"/>
          </a:xfrm>
        </p:spPr>
        <p:txBody>
          <a:bodyPr>
            <a:noAutofit/>
          </a:bodyPr>
          <a:lstStyle/>
          <a:p>
            <a:r>
              <a:rPr lang="en-US" sz="2200" b="1" dirty="0"/>
              <a:t>Hybrid Cloud</a:t>
            </a:r>
            <a:br>
              <a:rPr lang="en-US" sz="2200" dirty="0"/>
            </a:br>
            <a:r>
              <a:rPr lang="en-US" sz="2200" dirty="0"/>
              <a:t>Combines public and private clouds, allowing data and applications to move between them. Offers flexibility and balance.</a:t>
            </a:r>
            <a:br>
              <a:rPr lang="en-US" sz="2200" dirty="0"/>
            </a:br>
            <a:r>
              <a:rPr lang="en-US" sz="2200" i="1" dirty="0"/>
              <a:t>Best for</a:t>
            </a:r>
            <a:r>
              <a:rPr lang="en-US" sz="2200" dirty="0"/>
              <a:t>: Organizations needing both scalability and control.</a:t>
            </a:r>
            <a:endParaRPr lang="en-US" sz="2200" b="1" dirty="0"/>
          </a:p>
          <a:p>
            <a:r>
              <a:rPr lang="en-US" sz="2200" b="1" dirty="0"/>
              <a:t>Community Cloud</a:t>
            </a:r>
            <a:br>
              <a:rPr lang="en-US" sz="2200" dirty="0"/>
            </a:br>
            <a:r>
              <a:rPr lang="en-US" sz="2200" dirty="0"/>
              <a:t>Shared infrastructure among organizations with similar goals or compliance requirements.</a:t>
            </a:r>
            <a:br>
              <a:rPr lang="en-US" sz="2200" dirty="0"/>
            </a:br>
            <a:r>
              <a:rPr lang="en-US" sz="2200" i="1" dirty="0"/>
              <a:t>Best for</a:t>
            </a:r>
            <a:r>
              <a:rPr lang="en-US" sz="2200" dirty="0"/>
              <a:t>: Government agencies, universities, healthcare institutions.</a:t>
            </a:r>
          </a:p>
          <a:p>
            <a:r>
              <a:rPr lang="en-US" sz="2200" b="1" dirty="0"/>
              <a:t>Multi-Cloud</a:t>
            </a:r>
            <a:br>
              <a:rPr lang="en-US" sz="2200" dirty="0"/>
            </a:br>
            <a:r>
              <a:rPr lang="en-US" sz="2200" dirty="0"/>
              <a:t>Uses multiple public cloud providers simultaneously. Helps avoid vendor lock-in and improves redundancy.</a:t>
            </a:r>
            <a:br>
              <a:rPr lang="en-US" sz="2200" dirty="0"/>
            </a:br>
            <a:r>
              <a:rPr lang="en-US" sz="2200" i="1" dirty="0"/>
              <a:t>Best for</a:t>
            </a:r>
            <a:r>
              <a:rPr lang="en-US" sz="2200" dirty="0"/>
              <a:t>: Large enterprises seeking resilience and performance optimization.</a:t>
            </a:r>
          </a:p>
          <a:p>
            <a:endParaRPr lang="en-IN" sz="2200" dirty="0"/>
          </a:p>
        </p:txBody>
      </p:sp>
    </p:spTree>
    <p:extLst>
      <p:ext uri="{BB962C8B-B14F-4D97-AF65-F5344CB8AC3E}">
        <p14:creationId xmlns:p14="http://schemas.microsoft.com/office/powerpoint/2010/main" val="3977770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5ACD1E-98A7-75E0-CF16-D4E164C5C891}"/>
              </a:ext>
            </a:extLst>
          </p:cNvPr>
          <p:cNvSpPr>
            <a:spLocks noGrp="1"/>
          </p:cNvSpPr>
          <p:nvPr>
            <p:ph idx="1"/>
          </p:nvPr>
        </p:nvSpPr>
        <p:spPr>
          <a:xfrm>
            <a:off x="913795" y="777711"/>
            <a:ext cx="10353762" cy="5013489"/>
          </a:xfrm>
        </p:spPr>
        <p:txBody>
          <a:bodyPr>
            <a:normAutofit/>
          </a:bodyPr>
          <a:lstStyle/>
          <a:p>
            <a:pPr marL="0" indent="0">
              <a:buNone/>
            </a:pPr>
            <a:r>
              <a:rPr lang="en-US" sz="2600" b="1" i="1" u="sng" dirty="0"/>
              <a:t>SERVICE BASED MODELS</a:t>
            </a:r>
          </a:p>
          <a:p>
            <a:endParaRPr lang="en-IN" sz="2600" b="1" i="1" u="sng" dirty="0"/>
          </a:p>
        </p:txBody>
      </p:sp>
      <p:pic>
        <p:nvPicPr>
          <p:cNvPr id="5" name="Picture 4">
            <a:extLst>
              <a:ext uri="{FF2B5EF4-FFF2-40B4-BE49-F238E27FC236}">
                <a16:creationId xmlns:a16="http://schemas.microsoft.com/office/drawing/2014/main" id="{21952C3C-C152-2827-E67F-EAB573C616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7657" y="1508289"/>
            <a:ext cx="8457135" cy="5137608"/>
          </a:xfrm>
          <a:prstGeom prst="rect">
            <a:avLst/>
          </a:prstGeom>
        </p:spPr>
      </p:pic>
    </p:spTree>
    <p:extLst>
      <p:ext uri="{BB962C8B-B14F-4D97-AF65-F5344CB8AC3E}">
        <p14:creationId xmlns:p14="http://schemas.microsoft.com/office/powerpoint/2010/main" val="1310240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45EC2-A95D-85DE-1083-4D781226ACCD}"/>
              </a:ext>
            </a:extLst>
          </p:cNvPr>
          <p:cNvSpPr>
            <a:spLocks noGrp="1"/>
          </p:cNvSpPr>
          <p:nvPr>
            <p:ph type="title"/>
          </p:nvPr>
        </p:nvSpPr>
        <p:spPr/>
        <p:txBody>
          <a:bodyPr/>
          <a:lstStyle/>
          <a:p>
            <a:r>
              <a:rPr lang="en-US" dirty="0"/>
              <a:t>S</a:t>
            </a:r>
            <a:r>
              <a:rPr lang="en-US" cap="none" dirty="0"/>
              <a:t>aa</a:t>
            </a:r>
            <a:r>
              <a:rPr lang="en-US" dirty="0"/>
              <a:t>S(Software as a Service)</a:t>
            </a:r>
            <a:br>
              <a:rPr lang="en-US" dirty="0"/>
            </a:br>
            <a:endParaRPr lang="en-IN" dirty="0"/>
          </a:p>
        </p:txBody>
      </p:sp>
      <p:sp>
        <p:nvSpPr>
          <p:cNvPr id="3" name="Content Placeholder 2">
            <a:extLst>
              <a:ext uri="{FF2B5EF4-FFF2-40B4-BE49-F238E27FC236}">
                <a16:creationId xmlns:a16="http://schemas.microsoft.com/office/drawing/2014/main" id="{51D3FF94-0D9D-452F-BAF1-312464C4A72B}"/>
              </a:ext>
            </a:extLst>
          </p:cNvPr>
          <p:cNvSpPr>
            <a:spLocks noGrp="1"/>
          </p:cNvSpPr>
          <p:nvPr>
            <p:ph idx="1"/>
          </p:nvPr>
        </p:nvSpPr>
        <p:spPr>
          <a:xfrm>
            <a:off x="913795" y="1433590"/>
            <a:ext cx="10353762" cy="3695136"/>
          </a:xfrm>
        </p:spPr>
        <p:txBody>
          <a:bodyPr>
            <a:noAutofit/>
          </a:bodyPr>
          <a:lstStyle/>
          <a:p>
            <a:pPr marL="0" indent="0" algn="just">
              <a:buNone/>
            </a:pPr>
            <a:endParaRPr lang="en-US" sz="2400" dirty="0"/>
          </a:p>
          <a:p>
            <a:pPr marL="0" indent="0" algn="just">
              <a:buNone/>
            </a:pPr>
            <a:r>
              <a:rPr lang="en-US" sz="2400" dirty="0"/>
              <a:t>SaaS (sometimes called cloud application services) is cloud-hosted,</a:t>
            </a:r>
          </a:p>
          <a:p>
            <a:pPr algn="just"/>
            <a:r>
              <a:rPr lang="en-US" sz="2400" dirty="0"/>
              <a:t>ready-to-use application software.</a:t>
            </a:r>
          </a:p>
          <a:p>
            <a:pPr algn="just"/>
            <a:r>
              <a:rPr lang="en-US" sz="2400" dirty="0"/>
              <a:t>Users pay a monthly or annual fee to use a complete application from within a web browser, desktop client or mobile app.</a:t>
            </a:r>
          </a:p>
          <a:p>
            <a:pPr algn="just"/>
            <a:r>
              <a:rPr lang="en-US" sz="2400" dirty="0"/>
              <a:t>The application and all of the infrastructure required to deliver it - servers, storage, networking, middleware, application software, data storage - are hosted and managed by the SaaS vendor. </a:t>
            </a:r>
            <a:endParaRPr lang="en-IN" sz="2400" dirty="0"/>
          </a:p>
        </p:txBody>
      </p:sp>
    </p:spTree>
    <p:extLst>
      <p:ext uri="{BB962C8B-B14F-4D97-AF65-F5344CB8AC3E}">
        <p14:creationId xmlns:p14="http://schemas.microsoft.com/office/powerpoint/2010/main" val="2160096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53692-2016-7F02-B872-1D01B555BFA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FF436B4-8221-F63C-7F09-764173A850D6}"/>
              </a:ext>
            </a:extLst>
          </p:cNvPr>
          <p:cNvSpPr>
            <a:spLocks noGrp="1"/>
          </p:cNvSpPr>
          <p:nvPr>
            <p:ph idx="1"/>
          </p:nvPr>
        </p:nvSpPr>
        <p:spPr/>
        <p:txBody>
          <a:bodyPr>
            <a:noAutofit/>
          </a:bodyPr>
          <a:lstStyle/>
          <a:p>
            <a:pPr algn="just"/>
            <a:r>
              <a:rPr lang="en-IN" sz="2400" dirty="0"/>
              <a:t>Email, social media, and cloud file storage solutions (such as Dropbox or Box)</a:t>
            </a:r>
          </a:p>
          <a:p>
            <a:pPr algn="just"/>
            <a:r>
              <a:rPr lang="en-IN" sz="2400" dirty="0"/>
              <a:t>Popular business or enterprise SaaS solutions include :</a:t>
            </a:r>
          </a:p>
          <a:p>
            <a:pPr algn="just"/>
            <a:r>
              <a:rPr lang="en-IN" sz="2400" dirty="0"/>
              <a:t>Salesforce (customer relationship management software), HubSpot (marketing software), Trello (workflow management), Slack (collaboration and messaging), and Canva (graphics).</a:t>
            </a:r>
          </a:p>
          <a:p>
            <a:pPr algn="just"/>
            <a:r>
              <a:rPr lang="en-IN" sz="2400" dirty="0"/>
              <a:t>Many applications designed originally for the desktop (e.g., Adobe Creative Suite) are now available as SaaS (e.g., Adobe Creative Cloud).</a:t>
            </a:r>
          </a:p>
        </p:txBody>
      </p:sp>
    </p:spTree>
    <p:extLst>
      <p:ext uri="{BB962C8B-B14F-4D97-AF65-F5344CB8AC3E}">
        <p14:creationId xmlns:p14="http://schemas.microsoft.com/office/powerpoint/2010/main" val="1141982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CD94B-8C04-E5BE-17AF-0FCD1923CD3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333900-A9F1-D368-7449-226CEFD8DBA8}"/>
              </a:ext>
            </a:extLst>
          </p:cNvPr>
          <p:cNvSpPr>
            <a:spLocks noGrp="1"/>
          </p:cNvSpPr>
          <p:nvPr>
            <p:ph idx="1"/>
          </p:nvPr>
        </p:nvSpPr>
        <p:spPr/>
        <p:txBody>
          <a:bodyPr>
            <a:normAutofit/>
          </a:bodyPr>
          <a:lstStyle/>
          <a:p>
            <a:pPr marL="0" indent="0">
              <a:buNone/>
            </a:pPr>
            <a:r>
              <a:rPr lang="en-US" sz="2400" i="1" dirty="0"/>
              <a:t>Benefits</a:t>
            </a:r>
          </a:p>
          <a:p>
            <a:pPr marL="0" indent="0">
              <a:buNone/>
            </a:pPr>
            <a:r>
              <a:rPr lang="en-US" sz="2400" dirty="0"/>
              <a:t>✔ </a:t>
            </a:r>
            <a:r>
              <a:rPr lang="en-US" sz="2400" b="1" dirty="0"/>
              <a:t>No Installation Required</a:t>
            </a:r>
            <a:r>
              <a:rPr lang="en-US" sz="2400" dirty="0"/>
              <a:t> – Accessible via browser</a:t>
            </a:r>
            <a:br>
              <a:rPr lang="en-US" sz="2400" dirty="0"/>
            </a:br>
            <a:r>
              <a:rPr lang="en-US" sz="2400" dirty="0"/>
              <a:t>✔ </a:t>
            </a:r>
            <a:r>
              <a:rPr lang="en-US" sz="2400" b="1" dirty="0"/>
              <a:t>Low Maintenance</a:t>
            </a:r>
            <a:r>
              <a:rPr lang="en-US" sz="2400" dirty="0"/>
              <a:t> – Provider manages everything</a:t>
            </a:r>
            <a:br>
              <a:rPr lang="en-US" sz="2400" dirty="0"/>
            </a:br>
            <a:r>
              <a:rPr lang="en-US" sz="2400" dirty="0"/>
              <a:t>✔ </a:t>
            </a:r>
            <a:r>
              <a:rPr lang="en-US" sz="2400" b="1" dirty="0"/>
              <a:t>Quick Deployment</a:t>
            </a:r>
            <a:r>
              <a:rPr lang="en-US" sz="2400" dirty="0"/>
              <a:t> – Ready to use immediately</a:t>
            </a:r>
            <a:br>
              <a:rPr lang="en-US" sz="2400" dirty="0"/>
            </a:br>
            <a:r>
              <a:rPr lang="en-US" sz="2400" dirty="0"/>
              <a:t>✔ </a:t>
            </a:r>
            <a:r>
              <a:rPr lang="en-US" sz="2400" b="1" dirty="0"/>
              <a:t>Lower Initial Cost</a:t>
            </a:r>
            <a:r>
              <a:rPr lang="en-US" sz="2400" dirty="0"/>
              <a:t> – Subscription-based model</a:t>
            </a:r>
            <a:br>
              <a:rPr lang="en-US" sz="2400" dirty="0"/>
            </a:br>
            <a:r>
              <a:rPr lang="en-US" sz="2400" dirty="0"/>
              <a:t>✔ </a:t>
            </a:r>
            <a:r>
              <a:rPr lang="en-US" sz="2400" b="1" dirty="0"/>
              <a:t>Automatic Updates</a:t>
            </a:r>
            <a:r>
              <a:rPr lang="en-US" sz="2400" dirty="0"/>
              <a:t> – Always latest version</a:t>
            </a:r>
            <a:endParaRPr lang="en-IN" sz="2400" dirty="0"/>
          </a:p>
        </p:txBody>
      </p:sp>
    </p:spTree>
    <p:extLst>
      <p:ext uri="{BB962C8B-B14F-4D97-AF65-F5344CB8AC3E}">
        <p14:creationId xmlns:p14="http://schemas.microsoft.com/office/powerpoint/2010/main" val="1604773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3273-C85C-8481-A9E1-4692C33C3C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6C47979-C24E-ECE8-F553-FDF87D982662}"/>
              </a:ext>
            </a:extLst>
          </p:cNvPr>
          <p:cNvSpPr>
            <a:spLocks noGrp="1"/>
          </p:cNvSpPr>
          <p:nvPr>
            <p:ph idx="1"/>
          </p:nvPr>
        </p:nvSpPr>
        <p:spPr/>
        <p:txBody>
          <a:bodyPr>
            <a:normAutofit/>
          </a:bodyPr>
          <a:lstStyle/>
          <a:p>
            <a:pPr marL="0" indent="0">
              <a:buNone/>
            </a:pPr>
            <a:r>
              <a:rPr lang="en-US" sz="2400" i="1" dirty="0"/>
              <a:t>Disadvantages</a:t>
            </a:r>
          </a:p>
          <a:p>
            <a:r>
              <a:rPr lang="en-IN" sz="2400" b="1" dirty="0"/>
              <a:t>Minimal Control</a:t>
            </a:r>
            <a:r>
              <a:rPr lang="en-IN" sz="2400" dirty="0"/>
              <a:t> – No control over infrastructure or backend</a:t>
            </a:r>
          </a:p>
          <a:p>
            <a:r>
              <a:rPr lang="en-IN" sz="2400" b="1" dirty="0"/>
              <a:t>Data Security Concerns</a:t>
            </a:r>
            <a:r>
              <a:rPr lang="en-IN" sz="2400" dirty="0"/>
              <a:t> – Data stored with provider</a:t>
            </a:r>
          </a:p>
          <a:p>
            <a:r>
              <a:rPr lang="en-IN" sz="2400" b="1" dirty="0"/>
              <a:t>Internet Dependency</a:t>
            </a:r>
            <a:r>
              <a:rPr lang="en-IN" sz="2400" dirty="0"/>
              <a:t> – Requires stable internet connection</a:t>
            </a:r>
          </a:p>
          <a:p>
            <a:r>
              <a:rPr lang="en-IN" sz="2400" b="1" dirty="0"/>
              <a:t>Limited Customization</a:t>
            </a:r>
            <a:r>
              <a:rPr lang="en-IN" sz="2400" dirty="0"/>
              <a:t> – Restricted feature modification</a:t>
            </a:r>
          </a:p>
          <a:p>
            <a:r>
              <a:rPr lang="en-IN" sz="2400" b="1" dirty="0"/>
              <a:t>Subscription Costs</a:t>
            </a:r>
            <a:r>
              <a:rPr lang="en-IN" sz="2400" dirty="0"/>
              <a:t> – Recurring long-term cost</a:t>
            </a:r>
          </a:p>
        </p:txBody>
      </p:sp>
    </p:spTree>
    <p:extLst>
      <p:ext uri="{BB962C8B-B14F-4D97-AF65-F5344CB8AC3E}">
        <p14:creationId xmlns:p14="http://schemas.microsoft.com/office/powerpoint/2010/main" val="3821021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2181C-DA8B-A31A-042E-0B00B08EF173}"/>
              </a:ext>
            </a:extLst>
          </p:cNvPr>
          <p:cNvSpPr>
            <a:spLocks noGrp="1"/>
          </p:cNvSpPr>
          <p:nvPr>
            <p:ph type="title"/>
          </p:nvPr>
        </p:nvSpPr>
        <p:spPr>
          <a:xfrm>
            <a:off x="919119" y="615329"/>
            <a:ext cx="10353761" cy="1326321"/>
          </a:xfrm>
        </p:spPr>
        <p:txBody>
          <a:bodyPr/>
          <a:lstStyle/>
          <a:p>
            <a:r>
              <a:rPr lang="en-US" sz="3600" dirty="0"/>
              <a:t>P</a:t>
            </a:r>
            <a:r>
              <a:rPr lang="en-US" sz="3600" cap="none" dirty="0"/>
              <a:t>aa</a:t>
            </a:r>
            <a:r>
              <a:rPr lang="en-US" sz="3600" dirty="0"/>
              <a:t>S(Platform as a Service)</a:t>
            </a:r>
            <a:br>
              <a:rPr lang="en-US" sz="3600" dirty="0"/>
            </a:br>
            <a:endParaRPr lang="en-IN" dirty="0"/>
          </a:p>
        </p:txBody>
      </p:sp>
      <p:sp>
        <p:nvSpPr>
          <p:cNvPr id="3" name="Content Placeholder 2">
            <a:extLst>
              <a:ext uri="{FF2B5EF4-FFF2-40B4-BE49-F238E27FC236}">
                <a16:creationId xmlns:a16="http://schemas.microsoft.com/office/drawing/2014/main" id="{FFD31AC6-8A95-A501-8818-EF2C6475DCCA}"/>
              </a:ext>
            </a:extLst>
          </p:cNvPr>
          <p:cNvSpPr>
            <a:spLocks noGrp="1"/>
          </p:cNvSpPr>
          <p:nvPr>
            <p:ph idx="1"/>
          </p:nvPr>
        </p:nvSpPr>
        <p:spPr>
          <a:xfrm>
            <a:off x="718982" y="2111675"/>
            <a:ext cx="11020060" cy="3695136"/>
          </a:xfrm>
        </p:spPr>
        <p:txBody>
          <a:bodyPr>
            <a:noAutofit/>
          </a:bodyPr>
          <a:lstStyle/>
          <a:p>
            <a:pPr algn="just"/>
            <a:r>
              <a:rPr lang="en-US" sz="2400" dirty="0"/>
              <a:t>The cloud services provider hosts, manages and maintains all the hardware and software included in the platform - servers (for development, testing and deployment), operating system (OS) software, storage, networking, databases, middleware, runtimes, frameworks, development tools - as well as related services for security, operating system and software upgrades, backups and more.</a:t>
            </a:r>
          </a:p>
        </p:txBody>
      </p:sp>
    </p:spTree>
    <p:extLst>
      <p:ext uri="{BB962C8B-B14F-4D97-AF65-F5344CB8AC3E}">
        <p14:creationId xmlns:p14="http://schemas.microsoft.com/office/powerpoint/2010/main" val="4223009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63F7F-B85D-F298-BF95-AA0B1358A43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0632B8-A56C-2F32-CDD5-966E33F09D68}"/>
              </a:ext>
            </a:extLst>
          </p:cNvPr>
          <p:cNvSpPr>
            <a:spLocks noGrp="1"/>
          </p:cNvSpPr>
          <p:nvPr>
            <p:ph idx="1"/>
          </p:nvPr>
        </p:nvSpPr>
        <p:spPr/>
        <p:txBody>
          <a:bodyPr>
            <a:normAutofit/>
          </a:bodyPr>
          <a:lstStyle/>
          <a:p>
            <a:pPr algn="just"/>
            <a:r>
              <a:rPr lang="en-US" sz="2400" dirty="0"/>
              <a:t>Users access the PaaS through a graphical user interface (GUI), where development or DevOps teams can collaborate on all their work across the entire application lifecycle including coding, integration, testing, delivery, deployment, and feedback. </a:t>
            </a:r>
          </a:p>
          <a:p>
            <a:pPr algn="just"/>
            <a:r>
              <a:rPr lang="en-US" sz="2400" dirty="0"/>
              <a:t>Examples of PaaS solutions include AWS Elastic Beanstalk, Google App Engine, Microsoft Windows Azure, and RedHat OpenShift on IBM Cloud.</a:t>
            </a:r>
            <a:endParaRPr lang="en-IN" sz="2400" dirty="0"/>
          </a:p>
          <a:p>
            <a:endParaRPr lang="en-IN" sz="2400" dirty="0"/>
          </a:p>
        </p:txBody>
      </p:sp>
    </p:spTree>
    <p:extLst>
      <p:ext uri="{BB962C8B-B14F-4D97-AF65-F5344CB8AC3E}">
        <p14:creationId xmlns:p14="http://schemas.microsoft.com/office/powerpoint/2010/main" val="2124658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760F1-43EF-3DB9-5214-BD7A5EFC491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DA24EA-2496-6ED7-852F-DF63A0145A74}"/>
              </a:ext>
            </a:extLst>
          </p:cNvPr>
          <p:cNvSpPr>
            <a:spLocks noGrp="1"/>
          </p:cNvSpPr>
          <p:nvPr>
            <p:ph idx="1"/>
          </p:nvPr>
        </p:nvSpPr>
        <p:spPr/>
        <p:txBody>
          <a:bodyPr>
            <a:normAutofit/>
          </a:bodyPr>
          <a:lstStyle/>
          <a:p>
            <a:pPr marL="0" indent="0">
              <a:buNone/>
            </a:pPr>
            <a:r>
              <a:rPr lang="en-US" sz="2400" i="1" dirty="0"/>
              <a:t>Benefits</a:t>
            </a:r>
          </a:p>
          <a:p>
            <a:pPr marL="0" indent="0">
              <a:buNone/>
            </a:pPr>
            <a:r>
              <a:rPr lang="en-IN" sz="2400" dirty="0"/>
              <a:t>✔ </a:t>
            </a:r>
            <a:r>
              <a:rPr lang="en-IN" sz="2400" b="1" dirty="0"/>
              <a:t>Faster Development</a:t>
            </a:r>
            <a:r>
              <a:rPr lang="en-IN" sz="2400" dirty="0"/>
              <a:t> – No infrastructure setup</a:t>
            </a:r>
            <a:br>
              <a:rPr lang="en-IN" sz="2400" dirty="0"/>
            </a:br>
            <a:r>
              <a:rPr lang="en-IN" sz="2400" dirty="0"/>
              <a:t>✔ </a:t>
            </a:r>
            <a:r>
              <a:rPr lang="en-IN" sz="2400" b="1" dirty="0"/>
              <a:t>Automatic Updates</a:t>
            </a:r>
            <a:r>
              <a:rPr lang="en-IN" sz="2400" dirty="0"/>
              <a:t> – Platform handles patches &amp; upgrades</a:t>
            </a:r>
            <a:br>
              <a:rPr lang="en-IN" sz="2400" dirty="0"/>
            </a:br>
            <a:r>
              <a:rPr lang="en-IN" sz="2400" dirty="0"/>
              <a:t>✔ </a:t>
            </a:r>
            <a:r>
              <a:rPr lang="en-IN" sz="2400" b="1" dirty="0"/>
              <a:t>Built-in Scaling</a:t>
            </a:r>
            <a:r>
              <a:rPr lang="en-IN" sz="2400" dirty="0"/>
              <a:t> – Auto-scaling features</a:t>
            </a:r>
            <a:br>
              <a:rPr lang="en-IN" sz="2400" dirty="0"/>
            </a:br>
            <a:r>
              <a:rPr lang="en-IN" sz="2400" dirty="0"/>
              <a:t>✔ </a:t>
            </a:r>
            <a:r>
              <a:rPr lang="en-IN" sz="2400" b="1" dirty="0"/>
              <a:t>Reduced Management</a:t>
            </a:r>
            <a:r>
              <a:rPr lang="en-IN" sz="2400" dirty="0"/>
              <a:t> – Focus only on code</a:t>
            </a:r>
            <a:br>
              <a:rPr lang="en-IN" sz="2400" dirty="0"/>
            </a:br>
            <a:r>
              <a:rPr lang="en-IN" sz="2400" dirty="0"/>
              <a:t>✔ </a:t>
            </a:r>
            <a:r>
              <a:rPr lang="en-IN" sz="2400" b="1" dirty="0"/>
              <a:t>Developer Friendly</a:t>
            </a:r>
            <a:r>
              <a:rPr lang="en-IN" sz="2400" dirty="0"/>
              <a:t> – Integrated tools and services</a:t>
            </a:r>
          </a:p>
        </p:txBody>
      </p:sp>
    </p:spTree>
    <p:extLst>
      <p:ext uri="{BB962C8B-B14F-4D97-AF65-F5344CB8AC3E}">
        <p14:creationId xmlns:p14="http://schemas.microsoft.com/office/powerpoint/2010/main" val="1650986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18B05-0FDD-9E67-FBC7-901F2D84B3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86CB951-69F1-9A62-CBD9-4809AC6A464A}"/>
              </a:ext>
            </a:extLst>
          </p:cNvPr>
          <p:cNvSpPr>
            <a:spLocks noGrp="1"/>
          </p:cNvSpPr>
          <p:nvPr>
            <p:ph idx="1"/>
          </p:nvPr>
        </p:nvSpPr>
        <p:spPr/>
        <p:txBody>
          <a:bodyPr>
            <a:normAutofit/>
          </a:bodyPr>
          <a:lstStyle/>
          <a:p>
            <a:pPr marL="0" indent="0">
              <a:buNone/>
            </a:pPr>
            <a:r>
              <a:rPr lang="en-US" sz="2400" i="1" dirty="0"/>
              <a:t>Disadvantages</a:t>
            </a:r>
          </a:p>
          <a:p>
            <a:r>
              <a:rPr lang="en-US" sz="2400" dirty="0"/>
              <a:t> </a:t>
            </a:r>
            <a:r>
              <a:rPr lang="en-US" sz="2400" b="1" dirty="0"/>
              <a:t>Less Control</a:t>
            </a:r>
            <a:r>
              <a:rPr lang="en-US" sz="2400" dirty="0"/>
              <a:t> – Limited access to underlying system</a:t>
            </a:r>
          </a:p>
          <a:p>
            <a:r>
              <a:rPr lang="en-US" sz="2400" b="1" dirty="0"/>
              <a:t>Vendor Lock-in Risk</a:t>
            </a:r>
            <a:r>
              <a:rPr lang="en-US" sz="2400" dirty="0"/>
              <a:t> – Hard to migrate between providers</a:t>
            </a:r>
          </a:p>
          <a:p>
            <a:r>
              <a:rPr lang="en-US" sz="2400" b="1" dirty="0"/>
              <a:t>Limited Customization</a:t>
            </a:r>
            <a:r>
              <a:rPr lang="en-US" sz="2400" dirty="0"/>
              <a:t> – Cannot modify OS-level settings</a:t>
            </a:r>
          </a:p>
          <a:p>
            <a:r>
              <a:rPr lang="en-US" sz="2400" b="1" dirty="0"/>
              <a:t>Cost at Scale</a:t>
            </a:r>
            <a:r>
              <a:rPr lang="en-US" sz="2400" dirty="0"/>
              <a:t> – Can become expensive for large workloads</a:t>
            </a:r>
            <a:endParaRPr lang="en-IN" sz="2400" dirty="0"/>
          </a:p>
        </p:txBody>
      </p:sp>
    </p:spTree>
    <p:extLst>
      <p:ext uri="{BB962C8B-B14F-4D97-AF65-F5344CB8AC3E}">
        <p14:creationId xmlns:p14="http://schemas.microsoft.com/office/powerpoint/2010/main" val="781998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2C80A-5451-FF60-ED3B-1E6B8811A6C6}"/>
              </a:ext>
            </a:extLst>
          </p:cNvPr>
          <p:cNvSpPr>
            <a:spLocks noGrp="1"/>
          </p:cNvSpPr>
          <p:nvPr>
            <p:ph type="title"/>
          </p:nvPr>
        </p:nvSpPr>
        <p:spPr/>
        <p:txBody>
          <a:bodyPr/>
          <a:lstStyle/>
          <a:p>
            <a:r>
              <a:rPr lang="en-US" dirty="0"/>
              <a:t>I</a:t>
            </a:r>
            <a:r>
              <a:rPr lang="en-US" cap="none" dirty="0"/>
              <a:t>aa</a:t>
            </a:r>
            <a:r>
              <a:rPr lang="en-US" dirty="0"/>
              <a:t>S(Infrastructure as a Service)</a:t>
            </a:r>
            <a:br>
              <a:rPr lang="en-US" dirty="0"/>
            </a:br>
            <a:endParaRPr lang="en-IN" dirty="0"/>
          </a:p>
        </p:txBody>
      </p:sp>
      <p:sp>
        <p:nvSpPr>
          <p:cNvPr id="3" name="Content Placeholder 2">
            <a:extLst>
              <a:ext uri="{FF2B5EF4-FFF2-40B4-BE49-F238E27FC236}">
                <a16:creationId xmlns:a16="http://schemas.microsoft.com/office/drawing/2014/main" id="{1FFA4FB3-4903-1746-B9C1-60D28A183CBA}"/>
              </a:ext>
            </a:extLst>
          </p:cNvPr>
          <p:cNvSpPr>
            <a:spLocks noGrp="1"/>
          </p:cNvSpPr>
          <p:nvPr>
            <p:ph idx="1"/>
          </p:nvPr>
        </p:nvSpPr>
        <p:spPr>
          <a:xfrm>
            <a:off x="913795" y="1778824"/>
            <a:ext cx="10353762" cy="3695136"/>
          </a:xfrm>
        </p:spPr>
        <p:txBody>
          <a:bodyPr>
            <a:noAutofit/>
          </a:bodyPr>
          <a:lstStyle/>
          <a:p>
            <a:pPr algn="just"/>
            <a:r>
              <a:rPr lang="en-IN" sz="2400" dirty="0"/>
              <a:t>IaaS customers can choose between virtual machines (VMs) hosted on shared physical hardware (the cloud service provider manages virtualization)</a:t>
            </a:r>
          </a:p>
          <a:p>
            <a:pPr algn="just"/>
            <a:r>
              <a:rPr lang="en-IN" sz="2400" dirty="0"/>
              <a:t>or bare metal servers on dedicated (unshared) physical hardware.</a:t>
            </a:r>
          </a:p>
          <a:p>
            <a:pPr algn="just"/>
            <a:r>
              <a:rPr lang="en-IN" sz="2400" dirty="0"/>
              <a:t>Customers can provision, configure and operate the servers and infrastructure resources via a graphical dashboard, or programmatically through application programming interfaces (APIs).</a:t>
            </a:r>
          </a:p>
          <a:p>
            <a:pPr algn="just"/>
            <a:r>
              <a:rPr lang="en-IN" sz="2400" dirty="0"/>
              <a:t>Every major cloud service provider - Amazon Web Services, Google Cloud, IBM Cloud, Microsoft Azure - began by offering some form of IaaS.</a:t>
            </a:r>
          </a:p>
        </p:txBody>
      </p:sp>
    </p:spTree>
    <p:extLst>
      <p:ext uri="{BB962C8B-B14F-4D97-AF65-F5344CB8AC3E}">
        <p14:creationId xmlns:p14="http://schemas.microsoft.com/office/powerpoint/2010/main" val="288483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75FD8-6843-9CD4-6ECF-5C8A2BB7DF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C9771B-C2F8-8DCC-8BC9-2F9C9F8C03E5}"/>
              </a:ext>
            </a:extLst>
          </p:cNvPr>
          <p:cNvSpPr>
            <a:spLocks noGrp="1"/>
          </p:cNvSpPr>
          <p:nvPr>
            <p:ph idx="1"/>
          </p:nvPr>
        </p:nvSpPr>
        <p:spPr/>
        <p:txBody>
          <a:bodyPr>
            <a:normAutofit/>
          </a:bodyPr>
          <a:lstStyle/>
          <a:p>
            <a:pPr marL="0" indent="0">
              <a:buNone/>
            </a:pPr>
            <a:r>
              <a:rPr lang="en-US" sz="2400" i="1" dirty="0"/>
              <a:t>Benefits</a:t>
            </a:r>
          </a:p>
          <a:p>
            <a:pPr marL="0" indent="0">
              <a:buNone/>
            </a:pPr>
            <a:r>
              <a:rPr lang="en-US" sz="2400" dirty="0"/>
              <a:t>✔ </a:t>
            </a:r>
            <a:r>
              <a:rPr lang="en-US" sz="2400" b="1" dirty="0"/>
              <a:t>High Control</a:t>
            </a:r>
            <a:r>
              <a:rPr lang="en-US" sz="2400" dirty="0"/>
              <a:t> – Full control over OS, applications, and configurations</a:t>
            </a:r>
            <a:br>
              <a:rPr lang="en-US" sz="2400" dirty="0"/>
            </a:br>
            <a:r>
              <a:rPr lang="en-US" sz="2400" dirty="0"/>
              <a:t>✔ </a:t>
            </a:r>
            <a:r>
              <a:rPr lang="en-US" sz="2400" b="1" dirty="0"/>
              <a:t>Scalability</a:t>
            </a:r>
            <a:r>
              <a:rPr lang="en-US" sz="2400" dirty="0"/>
              <a:t> – Easily scale servers up or down</a:t>
            </a:r>
            <a:br>
              <a:rPr lang="en-US" sz="2400" dirty="0"/>
            </a:br>
            <a:r>
              <a:rPr lang="en-US" sz="2400" dirty="0"/>
              <a:t>✔ </a:t>
            </a:r>
            <a:r>
              <a:rPr lang="en-US" sz="2400" b="1" dirty="0"/>
              <a:t>Cost-effective</a:t>
            </a:r>
            <a:r>
              <a:rPr lang="en-US" sz="2400" dirty="0"/>
              <a:t> – No need to purchase physical hardware</a:t>
            </a:r>
            <a:br>
              <a:rPr lang="en-US" sz="2400" dirty="0"/>
            </a:br>
            <a:r>
              <a:rPr lang="en-US" sz="2400" dirty="0"/>
              <a:t>✔ </a:t>
            </a:r>
            <a:r>
              <a:rPr lang="en-US" sz="2400" b="1" dirty="0"/>
              <a:t>Flexibility</a:t>
            </a:r>
            <a:r>
              <a:rPr lang="en-US" sz="2400" dirty="0"/>
              <a:t> – Supports any software or platform</a:t>
            </a:r>
            <a:br>
              <a:rPr lang="en-US" sz="2400" dirty="0"/>
            </a:br>
            <a:r>
              <a:rPr lang="en-US" sz="2400" dirty="0"/>
              <a:t>✔ </a:t>
            </a:r>
            <a:r>
              <a:rPr lang="en-US" sz="2400" b="1" dirty="0"/>
              <a:t>Good for DevOps</a:t>
            </a:r>
            <a:r>
              <a:rPr lang="en-US" sz="2400" dirty="0"/>
              <a:t> – Ideal for Infrastructure as Code (</a:t>
            </a:r>
            <a:r>
              <a:rPr lang="en-US" sz="2400" dirty="0" err="1"/>
              <a:t>IaC</a:t>
            </a:r>
            <a:r>
              <a:rPr lang="en-US" sz="2400" dirty="0"/>
              <a:t>)</a:t>
            </a:r>
            <a:endParaRPr lang="en-IN" sz="2400" dirty="0"/>
          </a:p>
        </p:txBody>
      </p:sp>
    </p:spTree>
    <p:extLst>
      <p:ext uri="{BB962C8B-B14F-4D97-AF65-F5344CB8AC3E}">
        <p14:creationId xmlns:p14="http://schemas.microsoft.com/office/powerpoint/2010/main" val="1782877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B2C47-E429-FC1F-6612-5397266AA93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E0FF31-D1B4-B359-87AB-9CFB050CB886}"/>
              </a:ext>
            </a:extLst>
          </p:cNvPr>
          <p:cNvSpPr>
            <a:spLocks noGrp="1"/>
          </p:cNvSpPr>
          <p:nvPr>
            <p:ph idx="1"/>
          </p:nvPr>
        </p:nvSpPr>
        <p:spPr/>
        <p:txBody>
          <a:bodyPr>
            <a:normAutofit/>
          </a:bodyPr>
          <a:lstStyle/>
          <a:p>
            <a:pPr marL="0" indent="0">
              <a:buNone/>
            </a:pPr>
            <a:r>
              <a:rPr lang="en-US" sz="2400" i="1" dirty="0"/>
              <a:t>Disadvantages</a:t>
            </a:r>
          </a:p>
          <a:p>
            <a:r>
              <a:rPr lang="en-US" sz="2400" b="1" dirty="0"/>
              <a:t>Requires Technical Expertise</a:t>
            </a:r>
            <a:r>
              <a:rPr lang="en-US" sz="2400" dirty="0"/>
              <a:t> – Need knowledge of networking, OS, security</a:t>
            </a:r>
          </a:p>
          <a:p>
            <a:r>
              <a:rPr lang="en-US" sz="2400" b="1" dirty="0"/>
              <a:t>Security Responsibility</a:t>
            </a:r>
            <a:r>
              <a:rPr lang="en-US" sz="2400" dirty="0"/>
              <a:t> – You are responsible for securing OS and apps</a:t>
            </a:r>
          </a:p>
          <a:p>
            <a:r>
              <a:rPr lang="en-US" sz="2400" b="1" dirty="0"/>
              <a:t>Management Overhead</a:t>
            </a:r>
            <a:r>
              <a:rPr lang="en-US" sz="2400" dirty="0"/>
              <a:t> – Must manage updates, patches, monitoring</a:t>
            </a:r>
          </a:p>
          <a:p>
            <a:r>
              <a:rPr lang="en-US" sz="2400" b="1" dirty="0"/>
              <a:t>Complex Setup</a:t>
            </a:r>
            <a:r>
              <a:rPr lang="en-US" sz="2400" dirty="0"/>
              <a:t> – Initial configuration can be complex</a:t>
            </a:r>
            <a:endParaRPr lang="en-IN" sz="2400" dirty="0"/>
          </a:p>
        </p:txBody>
      </p:sp>
    </p:spTree>
    <p:extLst>
      <p:ext uri="{BB962C8B-B14F-4D97-AF65-F5344CB8AC3E}">
        <p14:creationId xmlns:p14="http://schemas.microsoft.com/office/powerpoint/2010/main" val="658645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6281BF4-B0A6-0443-B690-25DEA70F93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2723" y="1073020"/>
            <a:ext cx="11095903" cy="4711959"/>
          </a:xfrm>
          <a:prstGeom prst="rect">
            <a:avLst/>
          </a:prstGeom>
        </p:spPr>
      </p:pic>
    </p:spTree>
    <p:extLst>
      <p:ext uri="{BB962C8B-B14F-4D97-AF65-F5344CB8AC3E}">
        <p14:creationId xmlns:p14="http://schemas.microsoft.com/office/powerpoint/2010/main" val="33364726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04B02-1910-8A1F-D9EF-3239E7F123B9}"/>
              </a:ext>
            </a:extLst>
          </p:cNvPr>
          <p:cNvSpPr>
            <a:spLocks noGrp="1"/>
          </p:cNvSpPr>
          <p:nvPr>
            <p:ph type="title"/>
          </p:nvPr>
        </p:nvSpPr>
        <p:spPr/>
        <p:txBody>
          <a:bodyPr/>
          <a:lstStyle/>
          <a:p>
            <a:r>
              <a:rPr lang="en-IN" dirty="0"/>
              <a:t>Information Security</a:t>
            </a:r>
          </a:p>
        </p:txBody>
      </p:sp>
      <p:sp>
        <p:nvSpPr>
          <p:cNvPr id="3" name="Content Placeholder 2">
            <a:extLst>
              <a:ext uri="{FF2B5EF4-FFF2-40B4-BE49-F238E27FC236}">
                <a16:creationId xmlns:a16="http://schemas.microsoft.com/office/drawing/2014/main" id="{904A01D3-C309-D6CF-75C2-9A6AB28EC7FD}"/>
              </a:ext>
            </a:extLst>
          </p:cNvPr>
          <p:cNvSpPr>
            <a:spLocks noGrp="1"/>
          </p:cNvSpPr>
          <p:nvPr>
            <p:ph idx="1"/>
          </p:nvPr>
        </p:nvSpPr>
        <p:spPr/>
        <p:txBody>
          <a:bodyPr>
            <a:noAutofit/>
          </a:bodyPr>
          <a:lstStyle/>
          <a:p>
            <a:pPr algn="just"/>
            <a:r>
              <a:rPr lang="en-US" sz="2400" dirty="0"/>
              <a:t>Information security (InfoSec) refers to the processes and tools designed and deployed to protect sensitive business information from modification, disruption, destruction, and inspection.</a:t>
            </a:r>
          </a:p>
          <a:p>
            <a:pPr algn="just"/>
            <a:r>
              <a:rPr lang="en-US" sz="2400" dirty="0"/>
              <a:t>Information Security - The protection of information and information systems from unauthorized access, use, disclosure, disruption, modification, or destruction in order to provide confidentiality, integrity, and availability.</a:t>
            </a:r>
          </a:p>
          <a:p>
            <a:pPr algn="just"/>
            <a:r>
              <a:rPr lang="en-US" sz="2400" dirty="0"/>
              <a:t>InfoSec is a crucial part of cybersecurity</a:t>
            </a:r>
            <a:endParaRPr lang="en-IN" sz="2400" dirty="0"/>
          </a:p>
        </p:txBody>
      </p:sp>
    </p:spTree>
    <p:extLst>
      <p:ext uri="{BB962C8B-B14F-4D97-AF65-F5344CB8AC3E}">
        <p14:creationId xmlns:p14="http://schemas.microsoft.com/office/powerpoint/2010/main" val="1949241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35058-AEF8-77C9-69EE-52457F25799E}"/>
              </a:ext>
            </a:extLst>
          </p:cNvPr>
          <p:cNvSpPr>
            <a:spLocks noGrp="1"/>
          </p:cNvSpPr>
          <p:nvPr>
            <p:ph type="title"/>
          </p:nvPr>
        </p:nvSpPr>
        <p:spPr>
          <a:xfrm>
            <a:off x="792497" y="13309"/>
            <a:ext cx="10353761" cy="1326321"/>
          </a:xfrm>
        </p:spPr>
        <p:txBody>
          <a:bodyPr/>
          <a:lstStyle/>
          <a:p>
            <a:r>
              <a:rPr lang="en-US" dirty="0"/>
              <a:t>Cia triad</a:t>
            </a:r>
            <a:endParaRPr lang="en-IN" dirty="0"/>
          </a:p>
        </p:txBody>
      </p:sp>
      <p:sp>
        <p:nvSpPr>
          <p:cNvPr id="3" name="Content Placeholder 2">
            <a:extLst>
              <a:ext uri="{FF2B5EF4-FFF2-40B4-BE49-F238E27FC236}">
                <a16:creationId xmlns:a16="http://schemas.microsoft.com/office/drawing/2014/main" id="{63B959F6-3BCD-797C-4DDA-66D976C78489}"/>
              </a:ext>
            </a:extLst>
          </p:cNvPr>
          <p:cNvSpPr>
            <a:spLocks noGrp="1"/>
          </p:cNvSpPr>
          <p:nvPr>
            <p:ph idx="1"/>
          </p:nvPr>
        </p:nvSpPr>
        <p:spPr>
          <a:xfrm>
            <a:off x="652538" y="1581432"/>
            <a:ext cx="7250491" cy="3695136"/>
          </a:xfrm>
        </p:spPr>
        <p:txBody>
          <a:bodyPr>
            <a:noAutofit/>
          </a:bodyPr>
          <a:lstStyle/>
          <a:p>
            <a:pPr algn="just"/>
            <a:r>
              <a:rPr lang="en-US" sz="2400" dirty="0"/>
              <a:t>The </a:t>
            </a:r>
            <a:r>
              <a:rPr lang="en-US" sz="2400" b="1" dirty="0"/>
              <a:t>CIA Triad</a:t>
            </a:r>
            <a:r>
              <a:rPr lang="en-US" sz="2400" dirty="0"/>
              <a:t> is a foundational framework in information security, representing three core principles: </a:t>
            </a:r>
            <a:r>
              <a:rPr lang="en-US" sz="2400" b="1" dirty="0"/>
              <a:t>Confidentiality, Integrity, and Availability</a:t>
            </a:r>
            <a:r>
              <a:rPr lang="en-US" sz="2400" dirty="0"/>
              <a:t>.</a:t>
            </a:r>
          </a:p>
          <a:p>
            <a:pPr algn="just"/>
            <a:r>
              <a:rPr lang="en-US" sz="2400" dirty="0"/>
              <a:t>The CIA triad is a commonly used model for the requirements of information security.</a:t>
            </a:r>
          </a:p>
          <a:p>
            <a:pPr algn="just"/>
            <a:r>
              <a:rPr lang="en-US" sz="2400" dirty="0"/>
              <a:t>A weakness in any one of these pillars undermines the entire security posture. For example, encrypted data (confidentiality) is useless if corrupted (integrity) or inaccessible during downtime (availability).</a:t>
            </a:r>
            <a:endParaRPr lang="en-IN" sz="2400" dirty="0"/>
          </a:p>
        </p:txBody>
      </p:sp>
      <p:pic>
        <p:nvPicPr>
          <p:cNvPr id="5" name="Picture 4">
            <a:extLst>
              <a:ext uri="{FF2B5EF4-FFF2-40B4-BE49-F238E27FC236}">
                <a16:creationId xmlns:a16="http://schemas.microsoft.com/office/drawing/2014/main" id="{B5D21FD4-002E-EC5F-EB81-9DC74953BD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9045" y="807097"/>
            <a:ext cx="3582955" cy="5374433"/>
          </a:xfrm>
          <a:prstGeom prst="rect">
            <a:avLst/>
          </a:prstGeom>
        </p:spPr>
      </p:pic>
    </p:spTree>
    <p:extLst>
      <p:ext uri="{BB962C8B-B14F-4D97-AF65-F5344CB8AC3E}">
        <p14:creationId xmlns:p14="http://schemas.microsoft.com/office/powerpoint/2010/main" val="1531974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C0E9E-3B1F-D98D-CC6F-1AD0E7577A1B}"/>
              </a:ext>
            </a:extLst>
          </p:cNvPr>
          <p:cNvSpPr>
            <a:spLocks noGrp="1"/>
          </p:cNvSpPr>
          <p:nvPr>
            <p:ph type="title"/>
          </p:nvPr>
        </p:nvSpPr>
        <p:spPr/>
        <p:txBody>
          <a:bodyPr/>
          <a:lstStyle/>
          <a:p>
            <a:r>
              <a:rPr lang="en-US" dirty="0"/>
              <a:t>confidentiality</a:t>
            </a:r>
            <a:endParaRPr lang="en-IN" dirty="0"/>
          </a:p>
        </p:txBody>
      </p:sp>
      <p:sp>
        <p:nvSpPr>
          <p:cNvPr id="3" name="Content Placeholder 2">
            <a:extLst>
              <a:ext uri="{FF2B5EF4-FFF2-40B4-BE49-F238E27FC236}">
                <a16:creationId xmlns:a16="http://schemas.microsoft.com/office/drawing/2014/main" id="{F2CE5C46-7B6F-AAB4-E4D2-7C565CB5AABC}"/>
              </a:ext>
            </a:extLst>
          </p:cNvPr>
          <p:cNvSpPr>
            <a:spLocks noGrp="1"/>
          </p:cNvSpPr>
          <p:nvPr>
            <p:ph idx="1"/>
          </p:nvPr>
        </p:nvSpPr>
        <p:spPr>
          <a:xfrm>
            <a:off x="820489" y="2021419"/>
            <a:ext cx="10353762" cy="3695136"/>
          </a:xfrm>
        </p:spPr>
        <p:txBody>
          <a:bodyPr>
            <a:noAutofit/>
          </a:bodyPr>
          <a:lstStyle/>
          <a:p>
            <a:pPr algn="just"/>
            <a:r>
              <a:rPr lang="en-US" sz="2400" dirty="0"/>
              <a:t>Ensures that sensitive information is accessible only to authorized individuals or systems.</a:t>
            </a:r>
          </a:p>
          <a:p>
            <a:pPr algn="just"/>
            <a:r>
              <a:rPr lang="en-US" sz="2400" dirty="0"/>
              <a:t>Goal: Prevent unauthorized access, leaks, or misuse of private data.</a:t>
            </a:r>
          </a:p>
          <a:p>
            <a:pPr algn="just"/>
            <a:r>
              <a:rPr lang="en-US" sz="2400" dirty="0"/>
              <a:t>Threats: Insider leaks, weak passwords, outdated encryption, phishing attacks. </a:t>
            </a:r>
          </a:p>
          <a:p>
            <a:pPr algn="just"/>
            <a:r>
              <a:rPr lang="en-US" sz="2400" dirty="0"/>
              <a:t>Mechanisms:</a:t>
            </a:r>
          </a:p>
          <a:p>
            <a:pPr lvl="1" algn="just"/>
            <a:r>
              <a:rPr lang="en-US" sz="2200" dirty="0"/>
              <a:t>Encryption (e.g., AES, SSL/TLS) to protect data in transit and at rest.</a:t>
            </a:r>
          </a:p>
          <a:p>
            <a:pPr lvl="1" algn="just"/>
            <a:r>
              <a:rPr lang="en-US" sz="2200" dirty="0"/>
              <a:t>Access controls (IAM, ACLs) to restrict who can view or modify data.</a:t>
            </a:r>
          </a:p>
          <a:p>
            <a:pPr lvl="1" algn="just"/>
            <a:r>
              <a:rPr lang="en-US" sz="2200" dirty="0"/>
              <a:t>Data masking (e.g., hiding sensitive fields like SSNs).</a:t>
            </a:r>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341371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C892-92AB-C841-D309-E07DF19D5CA4}"/>
              </a:ext>
            </a:extLst>
          </p:cNvPr>
          <p:cNvSpPr>
            <a:spLocks noGrp="1"/>
          </p:cNvSpPr>
          <p:nvPr>
            <p:ph type="title"/>
          </p:nvPr>
        </p:nvSpPr>
        <p:spPr/>
        <p:txBody>
          <a:bodyPr/>
          <a:lstStyle/>
          <a:p>
            <a:r>
              <a:rPr lang="en-US" dirty="0"/>
              <a:t>Integrity</a:t>
            </a:r>
            <a:br>
              <a:rPr lang="en-US" dirty="0"/>
            </a:br>
            <a:endParaRPr lang="en-IN" dirty="0"/>
          </a:p>
        </p:txBody>
      </p:sp>
      <p:sp>
        <p:nvSpPr>
          <p:cNvPr id="3" name="Content Placeholder 2">
            <a:extLst>
              <a:ext uri="{FF2B5EF4-FFF2-40B4-BE49-F238E27FC236}">
                <a16:creationId xmlns:a16="http://schemas.microsoft.com/office/drawing/2014/main" id="{307E0353-1800-E189-12B7-5D8D30569366}"/>
              </a:ext>
            </a:extLst>
          </p:cNvPr>
          <p:cNvSpPr>
            <a:spLocks noGrp="1"/>
          </p:cNvSpPr>
          <p:nvPr>
            <p:ph idx="1"/>
          </p:nvPr>
        </p:nvSpPr>
        <p:spPr>
          <a:xfrm>
            <a:off x="913794" y="1349615"/>
            <a:ext cx="10353762" cy="3695136"/>
          </a:xfrm>
        </p:spPr>
        <p:txBody>
          <a:bodyPr>
            <a:noAutofit/>
          </a:bodyPr>
          <a:lstStyle/>
          <a:p>
            <a:pPr algn="just"/>
            <a:r>
              <a:rPr lang="en-US" sz="2400" dirty="0"/>
              <a:t>Ensures that data remains accurate, consistent, and trustworthy throughout its lifecycle.</a:t>
            </a:r>
          </a:p>
          <a:p>
            <a:pPr algn="just"/>
            <a:r>
              <a:rPr lang="en-US" sz="2400" dirty="0"/>
              <a:t>Goal: Prevent unauthorized modifications or corruption of information.</a:t>
            </a:r>
          </a:p>
          <a:p>
            <a:pPr algn="just"/>
            <a:r>
              <a:rPr lang="en-US" sz="2400" dirty="0"/>
              <a:t>Threats: Malware altering files, unauthorized edits, SQL injection attacks.</a:t>
            </a:r>
          </a:p>
          <a:p>
            <a:pPr algn="just"/>
            <a:r>
              <a:rPr lang="en-US" sz="2400" dirty="0"/>
              <a:t>Mechanisms:</a:t>
            </a:r>
          </a:p>
          <a:p>
            <a:pPr lvl="1" algn="just"/>
            <a:r>
              <a:rPr lang="en-US" sz="2200" dirty="0"/>
              <a:t>Hashing (e.g., SHA-256) to verify data integrity.</a:t>
            </a:r>
          </a:p>
          <a:p>
            <a:pPr lvl="1" algn="just"/>
            <a:r>
              <a:rPr lang="en-US" sz="2200" dirty="0"/>
              <a:t>Digital signatures to authenticate source and content.</a:t>
            </a:r>
          </a:p>
          <a:p>
            <a:pPr lvl="1" algn="just"/>
            <a:r>
              <a:rPr lang="en-US" sz="2200" dirty="0"/>
              <a:t>Version control systems (e.g., Git) to track changes.</a:t>
            </a:r>
          </a:p>
          <a:p>
            <a:pPr lvl="1" algn="just"/>
            <a:r>
              <a:rPr lang="en-US" sz="2200" dirty="0"/>
              <a:t>Checksums and error detection codes for data transmission/storage.</a:t>
            </a:r>
          </a:p>
        </p:txBody>
      </p:sp>
    </p:spTree>
    <p:extLst>
      <p:ext uri="{BB962C8B-B14F-4D97-AF65-F5344CB8AC3E}">
        <p14:creationId xmlns:p14="http://schemas.microsoft.com/office/powerpoint/2010/main" val="1548548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F9FC0-707E-9483-7562-91E27E415DF9}"/>
              </a:ext>
            </a:extLst>
          </p:cNvPr>
          <p:cNvSpPr>
            <a:spLocks noGrp="1"/>
          </p:cNvSpPr>
          <p:nvPr>
            <p:ph type="title"/>
          </p:nvPr>
        </p:nvSpPr>
        <p:spPr/>
        <p:txBody>
          <a:bodyPr/>
          <a:lstStyle/>
          <a:p>
            <a:r>
              <a:rPr lang="en-US" dirty="0"/>
              <a:t>Availability</a:t>
            </a:r>
            <a:br>
              <a:rPr lang="en-US" dirty="0"/>
            </a:br>
            <a:endParaRPr lang="en-IN" dirty="0"/>
          </a:p>
        </p:txBody>
      </p:sp>
      <p:sp>
        <p:nvSpPr>
          <p:cNvPr id="3" name="Content Placeholder 2">
            <a:extLst>
              <a:ext uri="{FF2B5EF4-FFF2-40B4-BE49-F238E27FC236}">
                <a16:creationId xmlns:a16="http://schemas.microsoft.com/office/drawing/2014/main" id="{31C24562-6B32-87E6-EDB9-30BCDF2C39D3}"/>
              </a:ext>
            </a:extLst>
          </p:cNvPr>
          <p:cNvSpPr>
            <a:spLocks noGrp="1"/>
          </p:cNvSpPr>
          <p:nvPr>
            <p:ph idx="1"/>
          </p:nvPr>
        </p:nvSpPr>
        <p:spPr>
          <a:xfrm>
            <a:off x="913794" y="1657525"/>
            <a:ext cx="10353762" cy="3695136"/>
          </a:xfrm>
        </p:spPr>
        <p:txBody>
          <a:bodyPr>
            <a:noAutofit/>
          </a:bodyPr>
          <a:lstStyle/>
          <a:p>
            <a:r>
              <a:rPr lang="en-US" sz="2400" dirty="0"/>
              <a:t>Ensures that systems, applications, and data are accessible when needed by authorized users.</a:t>
            </a:r>
          </a:p>
          <a:p>
            <a:r>
              <a:rPr lang="en-US" sz="2400" dirty="0"/>
              <a:t>Goal: Prevent downtime and disruptions to critical services.</a:t>
            </a:r>
          </a:p>
          <a:p>
            <a:r>
              <a:rPr lang="en-US" sz="2400" dirty="0"/>
              <a:t>Threats: Hardware failures, cyberattacks (DDoS), natural disasters, misconfigurations.</a:t>
            </a:r>
          </a:p>
          <a:p>
            <a:r>
              <a:rPr lang="en-US" sz="2400" dirty="0"/>
              <a:t>Mechanisms:</a:t>
            </a:r>
          </a:p>
          <a:p>
            <a:pPr lvl="1"/>
            <a:r>
              <a:rPr lang="en-US" sz="2200" dirty="0"/>
              <a:t>Redundancy (load balancing, RAID, failover systems).</a:t>
            </a:r>
          </a:p>
          <a:p>
            <a:pPr lvl="1"/>
            <a:r>
              <a:rPr lang="en-US" sz="2200" dirty="0"/>
              <a:t>Disaster recovery plans and backups.</a:t>
            </a:r>
          </a:p>
          <a:p>
            <a:pPr lvl="1"/>
            <a:r>
              <a:rPr lang="en-US" sz="2200" dirty="0"/>
              <a:t>Anti-DDoS protections to mitigate denial-of-service attacks.</a:t>
            </a:r>
          </a:p>
          <a:p>
            <a:pPr lvl="1"/>
            <a:r>
              <a:rPr lang="en-US" sz="2200" dirty="0"/>
              <a:t>Regular system maintenance and patching.</a:t>
            </a:r>
          </a:p>
        </p:txBody>
      </p:sp>
    </p:spTree>
    <p:extLst>
      <p:ext uri="{BB962C8B-B14F-4D97-AF65-F5344CB8AC3E}">
        <p14:creationId xmlns:p14="http://schemas.microsoft.com/office/powerpoint/2010/main" val="6234830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FE1E8-1707-CFC7-59B0-9E1966428B6B}"/>
              </a:ext>
            </a:extLst>
          </p:cNvPr>
          <p:cNvSpPr>
            <a:spLocks noGrp="1"/>
          </p:cNvSpPr>
          <p:nvPr>
            <p:ph type="title"/>
          </p:nvPr>
        </p:nvSpPr>
        <p:spPr/>
        <p:txBody>
          <a:bodyPr/>
          <a:lstStyle/>
          <a:p>
            <a:r>
              <a:rPr lang="en-IN" dirty="0"/>
              <a:t>ISMS and InfoSec</a:t>
            </a:r>
            <a:br>
              <a:rPr lang="en-IN" dirty="0"/>
            </a:br>
            <a:endParaRPr lang="en-IN" dirty="0"/>
          </a:p>
        </p:txBody>
      </p:sp>
      <p:sp>
        <p:nvSpPr>
          <p:cNvPr id="3" name="Content Placeholder 2">
            <a:extLst>
              <a:ext uri="{FF2B5EF4-FFF2-40B4-BE49-F238E27FC236}">
                <a16:creationId xmlns:a16="http://schemas.microsoft.com/office/drawing/2014/main" id="{C7B92890-A4A8-5899-A244-1D7A6B0F4081}"/>
              </a:ext>
            </a:extLst>
          </p:cNvPr>
          <p:cNvSpPr>
            <a:spLocks noGrp="1"/>
          </p:cNvSpPr>
          <p:nvPr>
            <p:ph idx="1"/>
          </p:nvPr>
        </p:nvSpPr>
        <p:spPr>
          <a:xfrm>
            <a:off x="913795" y="1498905"/>
            <a:ext cx="10353762" cy="3695136"/>
          </a:xfrm>
        </p:spPr>
        <p:txBody>
          <a:bodyPr>
            <a:noAutofit/>
          </a:bodyPr>
          <a:lstStyle/>
          <a:p>
            <a:pPr algn="just"/>
            <a:endParaRPr lang="en-US" sz="2400" dirty="0"/>
          </a:p>
          <a:p>
            <a:pPr algn="just"/>
            <a:r>
              <a:rPr lang="en-US" sz="2400" dirty="0"/>
              <a:t>ISMS stands for Information Security Management System</a:t>
            </a:r>
          </a:p>
          <a:p>
            <a:pPr algn="just"/>
            <a:r>
              <a:rPr lang="en-US" sz="2400" dirty="0"/>
              <a:t>An ISMS is a framework for managing information security risks across an organization.</a:t>
            </a:r>
          </a:p>
          <a:p>
            <a:pPr algn="just"/>
            <a:r>
              <a:rPr lang="en-US" sz="2400" dirty="0"/>
              <a:t>It’s essentially the operational backbone of InfoSec, ensuring that policies, procedures, and controls are in place to protect data.</a:t>
            </a:r>
          </a:p>
          <a:p>
            <a:pPr algn="just"/>
            <a:r>
              <a:rPr lang="en-US" sz="2400" dirty="0"/>
              <a:t>ISMS aligns with standards like ISO/IEC 27001, which formalizes best practices for confidentiality, integrity, and availability (the CIA triad).</a:t>
            </a:r>
          </a:p>
          <a:p>
            <a:pPr algn="just"/>
            <a:r>
              <a:rPr lang="en-US" sz="2400" dirty="0"/>
              <a:t>ISMS is the management system that makes InfoSec practical and measurable.</a:t>
            </a:r>
          </a:p>
          <a:p>
            <a:pPr algn="just"/>
            <a:endParaRPr lang="en-IN" sz="2400" dirty="0"/>
          </a:p>
        </p:txBody>
      </p:sp>
    </p:spTree>
    <p:extLst>
      <p:ext uri="{BB962C8B-B14F-4D97-AF65-F5344CB8AC3E}">
        <p14:creationId xmlns:p14="http://schemas.microsoft.com/office/powerpoint/2010/main" val="1500176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05A71-8274-2B8C-A250-32FE01FA6952}"/>
              </a:ext>
            </a:extLst>
          </p:cNvPr>
          <p:cNvSpPr>
            <a:spLocks noGrp="1"/>
          </p:cNvSpPr>
          <p:nvPr>
            <p:ph type="title"/>
          </p:nvPr>
        </p:nvSpPr>
        <p:spPr/>
        <p:txBody>
          <a:bodyPr/>
          <a:lstStyle/>
          <a:p>
            <a:r>
              <a:rPr lang="en-US" dirty="0"/>
              <a:t>GDPR and InfoSec</a:t>
            </a:r>
            <a:br>
              <a:rPr lang="en-US" dirty="0"/>
            </a:br>
            <a:endParaRPr lang="en-IN" dirty="0"/>
          </a:p>
        </p:txBody>
      </p:sp>
      <p:sp>
        <p:nvSpPr>
          <p:cNvPr id="3" name="Content Placeholder 2">
            <a:extLst>
              <a:ext uri="{FF2B5EF4-FFF2-40B4-BE49-F238E27FC236}">
                <a16:creationId xmlns:a16="http://schemas.microsoft.com/office/drawing/2014/main" id="{6E6F42A2-C3D5-1FF7-A4F5-DC49DFF82ED4}"/>
              </a:ext>
            </a:extLst>
          </p:cNvPr>
          <p:cNvSpPr>
            <a:spLocks noGrp="1"/>
          </p:cNvSpPr>
          <p:nvPr>
            <p:ph idx="1"/>
          </p:nvPr>
        </p:nvSpPr>
        <p:spPr>
          <a:xfrm>
            <a:off x="913794" y="1581432"/>
            <a:ext cx="10353762" cy="3695136"/>
          </a:xfrm>
        </p:spPr>
        <p:txBody>
          <a:bodyPr>
            <a:noAutofit/>
          </a:bodyPr>
          <a:lstStyle/>
          <a:p>
            <a:pPr algn="just"/>
            <a:r>
              <a:rPr lang="en-US" sz="2400" b="1" dirty="0"/>
              <a:t>The General Data Protection Regulation (GDPR) </a:t>
            </a:r>
            <a:r>
              <a:rPr lang="en-US" sz="2400" dirty="0"/>
              <a:t>is a landmark privacy and data protection law enacted by the European Union (EU) in 2016 and enforced from May 25, 2018. </a:t>
            </a:r>
          </a:p>
          <a:p>
            <a:pPr algn="just"/>
            <a:r>
              <a:rPr lang="en-US" sz="2400" dirty="0"/>
              <a:t>It governs how organizations collect, process, store, and share personal data of individuals within the EU.</a:t>
            </a:r>
          </a:p>
          <a:p>
            <a:pPr algn="just"/>
            <a:r>
              <a:rPr lang="en-US" sz="2400" dirty="0"/>
              <a:t>In 2018, the GDPR began requiring companies to: </a:t>
            </a:r>
          </a:p>
          <a:p>
            <a:pPr lvl="1" algn="just"/>
            <a:r>
              <a:rPr lang="en-US" sz="2200" dirty="0"/>
              <a:t>provide data breach notifications </a:t>
            </a:r>
          </a:p>
          <a:p>
            <a:pPr lvl="1" algn="just"/>
            <a:r>
              <a:rPr lang="en-US" sz="2200" dirty="0"/>
              <a:t> appoint a data-protection officer </a:t>
            </a:r>
          </a:p>
          <a:p>
            <a:pPr lvl="1" algn="just"/>
            <a:r>
              <a:rPr lang="en-US" sz="2200" dirty="0"/>
              <a:t> require user consent for data processing </a:t>
            </a:r>
          </a:p>
          <a:p>
            <a:pPr lvl="1" algn="just"/>
            <a:r>
              <a:rPr lang="en-US" sz="2200" dirty="0"/>
              <a:t> anonymize data for privacy </a:t>
            </a:r>
          </a:p>
          <a:p>
            <a:pPr algn="just"/>
            <a:endParaRPr lang="en-IN" sz="2400" dirty="0"/>
          </a:p>
        </p:txBody>
      </p:sp>
    </p:spTree>
    <p:extLst>
      <p:ext uri="{BB962C8B-B14F-4D97-AF65-F5344CB8AC3E}">
        <p14:creationId xmlns:p14="http://schemas.microsoft.com/office/powerpoint/2010/main" val="1611346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70E69-583D-46FC-F10F-0AF21A6FFBA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84C8968-30D2-7D9C-E3CE-1AB78DE2BEED}"/>
              </a:ext>
            </a:extLst>
          </p:cNvPr>
          <p:cNvSpPr>
            <a:spLocks noGrp="1"/>
          </p:cNvSpPr>
          <p:nvPr>
            <p:ph idx="1"/>
          </p:nvPr>
        </p:nvSpPr>
        <p:spPr/>
        <p:txBody>
          <a:bodyPr>
            <a:normAutofit/>
          </a:bodyPr>
          <a:lstStyle/>
          <a:p>
            <a:pPr algn="just"/>
            <a:r>
              <a:rPr lang="en-US" sz="2400" dirty="0"/>
              <a:t>All companies operating within the EU must comply with these standards.</a:t>
            </a:r>
          </a:p>
          <a:p>
            <a:pPr algn="just"/>
            <a:r>
              <a:rPr lang="en-US" sz="2400" dirty="0"/>
              <a:t>GDPR emphasizes principles like </a:t>
            </a:r>
            <a:r>
              <a:rPr lang="en-US" sz="2400" b="1" dirty="0"/>
              <a:t>confidentiality, integrity, and accountability</a:t>
            </a:r>
            <a:r>
              <a:rPr lang="en-US" sz="2400" dirty="0"/>
              <a:t>, which overlap directly with InfoSec.</a:t>
            </a:r>
          </a:p>
          <a:p>
            <a:pPr algn="just"/>
            <a:r>
              <a:rPr lang="en-US" sz="2400" dirty="0"/>
              <a:t>Non-compliance can lead to heavy fines, so GDPR acts as a </a:t>
            </a:r>
            <a:r>
              <a:rPr lang="en-US" sz="2400" b="1" dirty="0"/>
              <a:t>driver for InfoSec adoption</a:t>
            </a:r>
            <a:r>
              <a:rPr lang="en-US" sz="2400" dirty="0"/>
              <a:t>.</a:t>
            </a:r>
          </a:p>
          <a:p>
            <a:endParaRPr lang="en-IN" sz="2400" dirty="0"/>
          </a:p>
        </p:txBody>
      </p:sp>
    </p:spTree>
    <p:extLst>
      <p:ext uri="{BB962C8B-B14F-4D97-AF65-F5344CB8AC3E}">
        <p14:creationId xmlns:p14="http://schemas.microsoft.com/office/powerpoint/2010/main" val="11083349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FC491-CEC6-6FBC-E44F-F09F41F97BCA}"/>
              </a:ext>
            </a:extLst>
          </p:cNvPr>
          <p:cNvSpPr>
            <a:spLocks noGrp="1"/>
          </p:cNvSpPr>
          <p:nvPr>
            <p:ph type="title"/>
          </p:nvPr>
        </p:nvSpPr>
        <p:spPr>
          <a:xfrm>
            <a:off x="913795" y="180392"/>
            <a:ext cx="10353761" cy="1326321"/>
          </a:xfrm>
        </p:spPr>
        <p:txBody>
          <a:bodyPr/>
          <a:lstStyle/>
          <a:p>
            <a:r>
              <a:rPr lang="en-US" dirty="0"/>
              <a:t>Types of infosec</a:t>
            </a:r>
            <a:endParaRPr lang="en-IN" dirty="0"/>
          </a:p>
        </p:txBody>
      </p:sp>
      <p:sp>
        <p:nvSpPr>
          <p:cNvPr id="3" name="Content Placeholder 2">
            <a:extLst>
              <a:ext uri="{FF2B5EF4-FFF2-40B4-BE49-F238E27FC236}">
                <a16:creationId xmlns:a16="http://schemas.microsoft.com/office/drawing/2014/main" id="{A4B80650-45E2-D77D-0E9C-CE209AA61EA6}"/>
              </a:ext>
            </a:extLst>
          </p:cNvPr>
          <p:cNvSpPr>
            <a:spLocks noGrp="1"/>
          </p:cNvSpPr>
          <p:nvPr>
            <p:ph idx="1"/>
          </p:nvPr>
        </p:nvSpPr>
        <p:spPr>
          <a:xfrm>
            <a:off x="848480" y="1152224"/>
            <a:ext cx="10353762" cy="3695136"/>
          </a:xfrm>
        </p:spPr>
        <p:txBody>
          <a:bodyPr>
            <a:noAutofit/>
          </a:bodyPr>
          <a:lstStyle/>
          <a:p>
            <a:r>
              <a:rPr lang="en-US" sz="2400" dirty="0"/>
              <a:t>Application security</a:t>
            </a:r>
          </a:p>
          <a:p>
            <a:r>
              <a:rPr lang="en-US" sz="2400" dirty="0"/>
              <a:t>Cloud security</a:t>
            </a:r>
          </a:p>
          <a:p>
            <a:r>
              <a:rPr lang="en-US" sz="2400" dirty="0"/>
              <a:t>Cryptography</a:t>
            </a:r>
          </a:p>
          <a:p>
            <a:r>
              <a:rPr lang="en-US" sz="2400" dirty="0"/>
              <a:t>Infrastructure security</a:t>
            </a:r>
          </a:p>
          <a:p>
            <a:r>
              <a:rPr lang="en-US" sz="2400" dirty="0"/>
              <a:t>Incident response</a:t>
            </a:r>
          </a:p>
          <a:p>
            <a:r>
              <a:rPr lang="en-US" sz="2400" dirty="0"/>
              <a:t>Vulnerability management</a:t>
            </a:r>
          </a:p>
          <a:p>
            <a:r>
              <a:rPr lang="en-US" sz="2400" dirty="0"/>
              <a:t>Network Security</a:t>
            </a:r>
          </a:p>
          <a:p>
            <a:r>
              <a:rPr lang="en-US" sz="2400" dirty="0"/>
              <a:t>Physical Security</a:t>
            </a:r>
          </a:p>
          <a:p>
            <a:r>
              <a:rPr lang="en-IN" sz="2400" dirty="0"/>
              <a:t>Operational &amp; Organizational Security</a:t>
            </a:r>
          </a:p>
          <a:p>
            <a:r>
              <a:rPr lang="en-IN" sz="2400" dirty="0"/>
              <a:t>Data/Information Security</a:t>
            </a:r>
          </a:p>
        </p:txBody>
      </p:sp>
    </p:spTree>
    <p:extLst>
      <p:ext uri="{BB962C8B-B14F-4D97-AF65-F5344CB8AC3E}">
        <p14:creationId xmlns:p14="http://schemas.microsoft.com/office/powerpoint/2010/main" val="11755627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266F1-A897-F34B-D75D-923233075884}"/>
              </a:ext>
            </a:extLst>
          </p:cNvPr>
          <p:cNvSpPr>
            <a:spLocks noGrp="1"/>
          </p:cNvSpPr>
          <p:nvPr>
            <p:ph type="title"/>
          </p:nvPr>
        </p:nvSpPr>
        <p:spPr/>
        <p:txBody>
          <a:bodyPr/>
          <a:lstStyle/>
          <a:p>
            <a:r>
              <a:rPr lang="en-US" dirty="0"/>
              <a:t>Application Security</a:t>
            </a:r>
            <a:endParaRPr lang="en-IN" dirty="0"/>
          </a:p>
        </p:txBody>
      </p:sp>
      <p:sp>
        <p:nvSpPr>
          <p:cNvPr id="3" name="Content Placeholder 2">
            <a:extLst>
              <a:ext uri="{FF2B5EF4-FFF2-40B4-BE49-F238E27FC236}">
                <a16:creationId xmlns:a16="http://schemas.microsoft.com/office/drawing/2014/main" id="{EAB675E0-F194-A9BB-A027-9E3D75AE56FE}"/>
              </a:ext>
            </a:extLst>
          </p:cNvPr>
          <p:cNvSpPr>
            <a:spLocks noGrp="1"/>
          </p:cNvSpPr>
          <p:nvPr>
            <p:ph idx="1"/>
          </p:nvPr>
        </p:nvSpPr>
        <p:spPr/>
        <p:txBody>
          <a:bodyPr>
            <a:normAutofit/>
          </a:bodyPr>
          <a:lstStyle/>
          <a:p>
            <a:pPr algn="just"/>
            <a:r>
              <a:rPr lang="en-US" sz="2400" dirty="0"/>
              <a:t>Secures software applications from vulnerabilities and exploits.</a:t>
            </a:r>
          </a:p>
          <a:p>
            <a:pPr algn="just"/>
            <a:r>
              <a:rPr lang="en-US" sz="2400" dirty="0"/>
              <a:t>Involves secure coding practices, penetration testing, and patch management.</a:t>
            </a:r>
          </a:p>
          <a:p>
            <a:pPr algn="just"/>
            <a:r>
              <a:rPr lang="en-US" sz="2400" dirty="0"/>
              <a:t>Goal: Prevent attacks like SQL injection, cross-site scripting, and buffer overflows.</a:t>
            </a:r>
          </a:p>
          <a:p>
            <a:pPr algn="just"/>
            <a:endParaRPr lang="en-IN" sz="2400" dirty="0"/>
          </a:p>
        </p:txBody>
      </p:sp>
    </p:spTree>
    <p:extLst>
      <p:ext uri="{BB962C8B-B14F-4D97-AF65-F5344CB8AC3E}">
        <p14:creationId xmlns:p14="http://schemas.microsoft.com/office/powerpoint/2010/main" val="2965269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2E60-420C-7DB0-022A-2A3F0FC90CA0}"/>
              </a:ext>
            </a:extLst>
          </p:cNvPr>
          <p:cNvSpPr>
            <a:spLocks noGrp="1"/>
          </p:cNvSpPr>
          <p:nvPr>
            <p:ph type="title"/>
          </p:nvPr>
        </p:nvSpPr>
        <p:spPr/>
        <p:txBody>
          <a:bodyPr/>
          <a:lstStyle/>
          <a:p>
            <a:r>
              <a:rPr lang="en-US" dirty="0"/>
              <a:t>Cloud security</a:t>
            </a:r>
            <a:br>
              <a:rPr lang="en-US" dirty="0"/>
            </a:br>
            <a:endParaRPr lang="en-IN" dirty="0"/>
          </a:p>
        </p:txBody>
      </p:sp>
      <p:sp>
        <p:nvSpPr>
          <p:cNvPr id="3" name="Content Placeholder 2">
            <a:extLst>
              <a:ext uri="{FF2B5EF4-FFF2-40B4-BE49-F238E27FC236}">
                <a16:creationId xmlns:a16="http://schemas.microsoft.com/office/drawing/2014/main" id="{CD5CFDED-518A-61B4-1ECD-BAB7D3EC3AC1}"/>
              </a:ext>
            </a:extLst>
          </p:cNvPr>
          <p:cNvSpPr>
            <a:spLocks noGrp="1"/>
          </p:cNvSpPr>
          <p:nvPr>
            <p:ph idx="1"/>
          </p:nvPr>
        </p:nvSpPr>
        <p:spPr/>
        <p:txBody>
          <a:bodyPr>
            <a:normAutofit/>
          </a:bodyPr>
          <a:lstStyle/>
          <a:p>
            <a:pPr algn="just"/>
            <a:r>
              <a:rPr lang="en-US" sz="2400" dirty="0"/>
              <a:t>Cloud security adapts protections to modern cloud environments.</a:t>
            </a:r>
            <a:br>
              <a:rPr lang="en-US" sz="2400" dirty="0"/>
            </a:br>
            <a:r>
              <a:rPr lang="en-US" sz="2400" dirty="0"/>
              <a:t>Together, they form a layered defense strategy.</a:t>
            </a:r>
          </a:p>
          <a:p>
            <a:pPr algn="just"/>
            <a:r>
              <a:rPr lang="en-US" sz="2400" dirty="0"/>
              <a:t>Protects data, applications, and services hosted in cloud environments.</a:t>
            </a:r>
          </a:p>
          <a:p>
            <a:pPr algn="just"/>
            <a:r>
              <a:rPr lang="en-US" sz="2400" dirty="0"/>
              <a:t>Involves identity management, encryption, and compliance with cloud-specific standards.</a:t>
            </a:r>
          </a:p>
          <a:p>
            <a:pPr marL="0" indent="0" algn="just">
              <a:buNone/>
            </a:pPr>
            <a:endParaRPr lang="en-US" sz="2400" dirty="0"/>
          </a:p>
          <a:p>
            <a:pPr algn="just"/>
            <a:endParaRPr lang="en-IN" sz="2400" dirty="0"/>
          </a:p>
        </p:txBody>
      </p:sp>
    </p:spTree>
    <p:extLst>
      <p:ext uri="{BB962C8B-B14F-4D97-AF65-F5344CB8AC3E}">
        <p14:creationId xmlns:p14="http://schemas.microsoft.com/office/powerpoint/2010/main" val="42590571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CF647-6848-7A7E-EF31-8B010D10688A}"/>
              </a:ext>
            </a:extLst>
          </p:cNvPr>
          <p:cNvSpPr>
            <a:spLocks noGrp="1"/>
          </p:cNvSpPr>
          <p:nvPr>
            <p:ph type="title"/>
          </p:nvPr>
        </p:nvSpPr>
        <p:spPr/>
        <p:txBody>
          <a:bodyPr/>
          <a:lstStyle/>
          <a:p>
            <a:r>
              <a:rPr lang="en-US" dirty="0"/>
              <a:t>Cryptography</a:t>
            </a:r>
            <a:br>
              <a:rPr lang="en-US" dirty="0"/>
            </a:br>
            <a:endParaRPr lang="en-IN" dirty="0"/>
          </a:p>
        </p:txBody>
      </p:sp>
      <p:sp>
        <p:nvSpPr>
          <p:cNvPr id="3" name="Content Placeholder 2">
            <a:extLst>
              <a:ext uri="{FF2B5EF4-FFF2-40B4-BE49-F238E27FC236}">
                <a16:creationId xmlns:a16="http://schemas.microsoft.com/office/drawing/2014/main" id="{50BA9C18-BEA0-79FC-E444-977BE31F5152}"/>
              </a:ext>
            </a:extLst>
          </p:cNvPr>
          <p:cNvSpPr>
            <a:spLocks noGrp="1"/>
          </p:cNvSpPr>
          <p:nvPr>
            <p:ph idx="1"/>
          </p:nvPr>
        </p:nvSpPr>
        <p:spPr>
          <a:xfrm>
            <a:off x="913795" y="1648195"/>
            <a:ext cx="10353762" cy="3695136"/>
          </a:xfrm>
        </p:spPr>
        <p:txBody>
          <a:bodyPr>
            <a:noAutofit/>
          </a:bodyPr>
          <a:lstStyle/>
          <a:p>
            <a:r>
              <a:rPr lang="en-US" sz="2400" dirty="0"/>
              <a:t>Encrypting data in transit and data at rest helps ensure data confidentiality and integrity. </a:t>
            </a:r>
          </a:p>
          <a:p>
            <a:r>
              <a:rPr lang="en-US" sz="2400" dirty="0"/>
              <a:t>Digital signatures are commonly used in cryptography to validate the authenticity of data. </a:t>
            </a:r>
          </a:p>
          <a:p>
            <a:r>
              <a:rPr lang="en-US" sz="2400" dirty="0"/>
              <a:t>Cryptography and encryption has become increasingly important. </a:t>
            </a:r>
          </a:p>
          <a:p>
            <a:r>
              <a:rPr lang="en-US" sz="2400" dirty="0"/>
              <a:t>A good example of cryptography use is the Advanced Encryption Standard (AES).</a:t>
            </a:r>
          </a:p>
          <a:p>
            <a:r>
              <a:rPr lang="en-US" sz="2400" dirty="0"/>
              <a:t>The AES is a symmetric key algorithm used to protect classified government information.</a:t>
            </a:r>
            <a:endParaRPr lang="en-IN" sz="2400" dirty="0"/>
          </a:p>
        </p:txBody>
      </p:sp>
    </p:spTree>
    <p:extLst>
      <p:ext uri="{BB962C8B-B14F-4D97-AF65-F5344CB8AC3E}">
        <p14:creationId xmlns:p14="http://schemas.microsoft.com/office/powerpoint/2010/main" val="23394888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F761B-0202-CA27-C73B-83EE64EF7DF5}"/>
              </a:ext>
            </a:extLst>
          </p:cNvPr>
          <p:cNvSpPr>
            <a:spLocks noGrp="1"/>
          </p:cNvSpPr>
          <p:nvPr>
            <p:ph type="title"/>
          </p:nvPr>
        </p:nvSpPr>
        <p:spPr/>
        <p:txBody>
          <a:bodyPr/>
          <a:lstStyle/>
          <a:p>
            <a:r>
              <a:rPr lang="en-US" dirty="0"/>
              <a:t>Infrastructure security</a:t>
            </a:r>
            <a:br>
              <a:rPr lang="en-US" dirty="0"/>
            </a:br>
            <a:endParaRPr lang="en-IN" dirty="0"/>
          </a:p>
        </p:txBody>
      </p:sp>
      <p:sp>
        <p:nvSpPr>
          <p:cNvPr id="3" name="Content Placeholder 2">
            <a:extLst>
              <a:ext uri="{FF2B5EF4-FFF2-40B4-BE49-F238E27FC236}">
                <a16:creationId xmlns:a16="http://schemas.microsoft.com/office/drawing/2014/main" id="{5F7F815C-53A3-EDC1-31B4-9189E26CBC62}"/>
              </a:ext>
            </a:extLst>
          </p:cNvPr>
          <p:cNvSpPr>
            <a:spLocks noGrp="1"/>
          </p:cNvSpPr>
          <p:nvPr>
            <p:ph idx="1"/>
          </p:nvPr>
        </p:nvSpPr>
        <p:spPr/>
        <p:txBody>
          <a:bodyPr>
            <a:normAutofit/>
          </a:bodyPr>
          <a:lstStyle/>
          <a:p>
            <a:r>
              <a:rPr lang="en-US" sz="2400" dirty="0"/>
              <a:t>Infrastructure security deals with the protection of internal and extranet networks, labs, data centers, servers, desktops, and mobile devices</a:t>
            </a:r>
            <a:endParaRPr lang="en-IN" sz="2400" dirty="0"/>
          </a:p>
        </p:txBody>
      </p:sp>
    </p:spTree>
    <p:extLst>
      <p:ext uri="{BB962C8B-B14F-4D97-AF65-F5344CB8AC3E}">
        <p14:creationId xmlns:p14="http://schemas.microsoft.com/office/powerpoint/2010/main" val="25868850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D167D-F8C3-0900-4251-37C1BD1D68E7}"/>
              </a:ext>
            </a:extLst>
          </p:cNvPr>
          <p:cNvSpPr>
            <a:spLocks noGrp="1"/>
          </p:cNvSpPr>
          <p:nvPr>
            <p:ph type="title"/>
          </p:nvPr>
        </p:nvSpPr>
        <p:spPr/>
        <p:txBody>
          <a:bodyPr/>
          <a:lstStyle/>
          <a:p>
            <a:r>
              <a:rPr lang="en-US" dirty="0"/>
              <a:t>Incident response</a:t>
            </a:r>
            <a:br>
              <a:rPr lang="en-US" dirty="0"/>
            </a:br>
            <a:endParaRPr lang="en-IN" dirty="0"/>
          </a:p>
        </p:txBody>
      </p:sp>
      <p:sp>
        <p:nvSpPr>
          <p:cNvPr id="3" name="Content Placeholder 2">
            <a:extLst>
              <a:ext uri="{FF2B5EF4-FFF2-40B4-BE49-F238E27FC236}">
                <a16:creationId xmlns:a16="http://schemas.microsoft.com/office/drawing/2014/main" id="{ABC0479D-0C2C-5BA7-1737-973E2729555C}"/>
              </a:ext>
            </a:extLst>
          </p:cNvPr>
          <p:cNvSpPr>
            <a:spLocks noGrp="1"/>
          </p:cNvSpPr>
          <p:nvPr>
            <p:ph idx="1"/>
          </p:nvPr>
        </p:nvSpPr>
        <p:spPr/>
        <p:txBody>
          <a:bodyPr>
            <a:noAutofit/>
          </a:bodyPr>
          <a:lstStyle/>
          <a:p>
            <a:pPr algn="just"/>
            <a:r>
              <a:rPr lang="en-US" sz="2400" dirty="0"/>
              <a:t>Incident response is the function that monitors for and investigates potentially malicious behavior. </a:t>
            </a:r>
          </a:p>
          <a:p>
            <a:pPr algn="just"/>
            <a:r>
              <a:rPr lang="en-US" sz="2400" dirty="0"/>
              <a:t>In preparation for breaches, IT staff should have an incident response plan for containing the threat and restoring the network. </a:t>
            </a:r>
          </a:p>
          <a:p>
            <a:pPr algn="just"/>
            <a:r>
              <a:rPr lang="en-US" sz="2400" dirty="0"/>
              <a:t>In addition, the plan should create a system to preserve evidence for forensic analysis and potential prosecution. </a:t>
            </a:r>
          </a:p>
          <a:p>
            <a:pPr algn="just"/>
            <a:r>
              <a:rPr lang="en-US" sz="2400" dirty="0"/>
              <a:t>This data can help prevent further breaches and help staff discover the attacker.</a:t>
            </a:r>
            <a:endParaRPr lang="en-IN" sz="2400" dirty="0"/>
          </a:p>
        </p:txBody>
      </p:sp>
    </p:spTree>
    <p:extLst>
      <p:ext uri="{BB962C8B-B14F-4D97-AF65-F5344CB8AC3E}">
        <p14:creationId xmlns:p14="http://schemas.microsoft.com/office/powerpoint/2010/main" val="16125322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1D4D5-02C8-FF72-1AEA-D5C50ECF2B4F}"/>
              </a:ext>
            </a:extLst>
          </p:cNvPr>
          <p:cNvSpPr>
            <a:spLocks noGrp="1"/>
          </p:cNvSpPr>
          <p:nvPr>
            <p:ph type="title"/>
          </p:nvPr>
        </p:nvSpPr>
        <p:spPr/>
        <p:txBody>
          <a:bodyPr/>
          <a:lstStyle/>
          <a:p>
            <a:r>
              <a:rPr lang="en-US" dirty="0"/>
              <a:t>Vulnerability management</a:t>
            </a:r>
            <a:br>
              <a:rPr lang="en-US" dirty="0"/>
            </a:br>
            <a:endParaRPr lang="en-IN" dirty="0"/>
          </a:p>
        </p:txBody>
      </p:sp>
      <p:sp>
        <p:nvSpPr>
          <p:cNvPr id="3" name="Content Placeholder 2">
            <a:extLst>
              <a:ext uri="{FF2B5EF4-FFF2-40B4-BE49-F238E27FC236}">
                <a16:creationId xmlns:a16="http://schemas.microsoft.com/office/drawing/2014/main" id="{465DD794-976D-A382-7348-039700ECDC71}"/>
              </a:ext>
            </a:extLst>
          </p:cNvPr>
          <p:cNvSpPr>
            <a:spLocks noGrp="1"/>
          </p:cNvSpPr>
          <p:nvPr>
            <p:ph idx="1"/>
          </p:nvPr>
        </p:nvSpPr>
        <p:spPr/>
        <p:txBody>
          <a:bodyPr>
            <a:noAutofit/>
          </a:bodyPr>
          <a:lstStyle/>
          <a:p>
            <a:pPr algn="just"/>
            <a:r>
              <a:rPr lang="en-US" sz="2400" dirty="0"/>
              <a:t>Vulnerability management is the process of scanning an environment for weak points (such as unpatched software) and prioritizing remediation based on risk. </a:t>
            </a:r>
          </a:p>
          <a:p>
            <a:pPr algn="just"/>
            <a:r>
              <a:rPr lang="en-US" sz="2400" dirty="0"/>
              <a:t>In many networks, businesses are constantly adding applications, users, infrastructure, and so on. </a:t>
            </a:r>
          </a:p>
          <a:p>
            <a:pPr algn="just"/>
            <a:r>
              <a:rPr lang="en-US" sz="2400" dirty="0"/>
              <a:t>For this reason, it is important to constantly scan the network for potential vulnerabilities. </a:t>
            </a:r>
          </a:p>
          <a:p>
            <a:pPr algn="just"/>
            <a:r>
              <a:rPr lang="en-US" sz="2400" dirty="0"/>
              <a:t>Finding a vulnerability in advance can save your businesses the catastrophic costs of a breach.</a:t>
            </a:r>
            <a:endParaRPr lang="en-IN" sz="2400" dirty="0"/>
          </a:p>
        </p:txBody>
      </p:sp>
    </p:spTree>
    <p:extLst>
      <p:ext uri="{BB962C8B-B14F-4D97-AF65-F5344CB8AC3E}">
        <p14:creationId xmlns:p14="http://schemas.microsoft.com/office/powerpoint/2010/main" val="28203803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72AEC-B3DE-7020-8879-3FC83B5C1B84}"/>
              </a:ext>
            </a:extLst>
          </p:cNvPr>
          <p:cNvSpPr>
            <a:spLocks noGrp="1"/>
          </p:cNvSpPr>
          <p:nvPr>
            <p:ph type="title"/>
          </p:nvPr>
        </p:nvSpPr>
        <p:spPr/>
        <p:txBody>
          <a:bodyPr/>
          <a:lstStyle/>
          <a:p>
            <a:r>
              <a:rPr lang="en-US" dirty="0"/>
              <a:t>Network Security</a:t>
            </a:r>
            <a:br>
              <a:rPr lang="en-US" dirty="0"/>
            </a:br>
            <a:endParaRPr lang="en-IN" dirty="0"/>
          </a:p>
        </p:txBody>
      </p:sp>
      <p:sp>
        <p:nvSpPr>
          <p:cNvPr id="3" name="Content Placeholder 2">
            <a:extLst>
              <a:ext uri="{FF2B5EF4-FFF2-40B4-BE49-F238E27FC236}">
                <a16:creationId xmlns:a16="http://schemas.microsoft.com/office/drawing/2014/main" id="{357BD548-82EF-B7BC-6348-29F47B9EE214}"/>
              </a:ext>
            </a:extLst>
          </p:cNvPr>
          <p:cNvSpPr>
            <a:spLocks noGrp="1"/>
          </p:cNvSpPr>
          <p:nvPr>
            <p:ph idx="1"/>
          </p:nvPr>
        </p:nvSpPr>
        <p:spPr/>
        <p:txBody>
          <a:bodyPr>
            <a:normAutofit/>
          </a:bodyPr>
          <a:lstStyle/>
          <a:p>
            <a:pPr algn="just"/>
            <a:r>
              <a:rPr lang="en-US" sz="2400" dirty="0"/>
              <a:t>Protects data during transmission across networks.</a:t>
            </a:r>
          </a:p>
          <a:p>
            <a:pPr algn="just"/>
            <a:r>
              <a:rPr lang="en-US" sz="2400" dirty="0"/>
              <a:t>Involves firewalls, intrusion detection/prevention systems, VPNs, and secure protocols.</a:t>
            </a:r>
          </a:p>
          <a:p>
            <a:pPr algn="just"/>
            <a:r>
              <a:rPr lang="en-US" sz="2400" dirty="0"/>
              <a:t>Goal: Prevent unauthorized access, attacks like man-in-the-middle, and data leaks.</a:t>
            </a:r>
          </a:p>
          <a:p>
            <a:pPr algn="just"/>
            <a:endParaRPr lang="en-IN" sz="2400" dirty="0"/>
          </a:p>
        </p:txBody>
      </p:sp>
    </p:spTree>
    <p:extLst>
      <p:ext uri="{BB962C8B-B14F-4D97-AF65-F5344CB8AC3E}">
        <p14:creationId xmlns:p14="http://schemas.microsoft.com/office/powerpoint/2010/main" val="2253395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340BB-D752-CF03-E5DA-42D05E1C47E3}"/>
              </a:ext>
            </a:extLst>
          </p:cNvPr>
          <p:cNvSpPr>
            <a:spLocks noGrp="1"/>
          </p:cNvSpPr>
          <p:nvPr>
            <p:ph type="title"/>
          </p:nvPr>
        </p:nvSpPr>
        <p:spPr/>
        <p:txBody>
          <a:bodyPr/>
          <a:lstStyle/>
          <a:p>
            <a:r>
              <a:rPr lang="en-US" dirty="0"/>
              <a:t>Physical Security</a:t>
            </a:r>
            <a:endParaRPr lang="en-IN" dirty="0"/>
          </a:p>
        </p:txBody>
      </p:sp>
      <p:sp>
        <p:nvSpPr>
          <p:cNvPr id="3" name="Content Placeholder 2">
            <a:extLst>
              <a:ext uri="{FF2B5EF4-FFF2-40B4-BE49-F238E27FC236}">
                <a16:creationId xmlns:a16="http://schemas.microsoft.com/office/drawing/2014/main" id="{50DF0037-F29F-A8F7-171E-8901D0E945AF}"/>
              </a:ext>
            </a:extLst>
          </p:cNvPr>
          <p:cNvSpPr>
            <a:spLocks noGrp="1"/>
          </p:cNvSpPr>
          <p:nvPr>
            <p:ph idx="1"/>
          </p:nvPr>
        </p:nvSpPr>
        <p:spPr/>
        <p:txBody>
          <a:bodyPr>
            <a:normAutofit/>
          </a:bodyPr>
          <a:lstStyle/>
          <a:p>
            <a:pPr algn="just"/>
            <a:r>
              <a:rPr lang="en-US" sz="2400" dirty="0"/>
              <a:t>Protects physical IT assets such as servers, data centers, and hardware.</a:t>
            </a:r>
          </a:p>
          <a:p>
            <a:pPr algn="just"/>
            <a:r>
              <a:rPr lang="en-US" sz="2400" dirty="0"/>
              <a:t>Includes locks, surveillance, biometric access, and disaster recovery planning.</a:t>
            </a:r>
          </a:p>
          <a:p>
            <a:pPr algn="just"/>
            <a:r>
              <a:rPr lang="en-US" sz="2400" dirty="0"/>
              <a:t>Goal: Prevent theft, tampering, or damage to physical infrastructure.</a:t>
            </a:r>
          </a:p>
          <a:p>
            <a:pPr algn="just"/>
            <a:endParaRPr lang="en-IN" sz="2400" dirty="0"/>
          </a:p>
        </p:txBody>
      </p:sp>
    </p:spTree>
    <p:extLst>
      <p:ext uri="{BB962C8B-B14F-4D97-AF65-F5344CB8AC3E}">
        <p14:creationId xmlns:p14="http://schemas.microsoft.com/office/powerpoint/2010/main" val="1754638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D073-03C5-8918-A00D-ED4017DF2D76}"/>
              </a:ext>
            </a:extLst>
          </p:cNvPr>
          <p:cNvSpPr>
            <a:spLocks noGrp="1"/>
          </p:cNvSpPr>
          <p:nvPr>
            <p:ph type="title"/>
          </p:nvPr>
        </p:nvSpPr>
        <p:spPr/>
        <p:txBody>
          <a:bodyPr>
            <a:normAutofit fontScale="90000"/>
          </a:bodyPr>
          <a:lstStyle/>
          <a:p>
            <a:r>
              <a:rPr lang="en-IN" dirty="0"/>
              <a:t>Operational &amp; Organizational Security</a:t>
            </a:r>
            <a:br>
              <a:rPr lang="en-IN" dirty="0"/>
            </a:br>
            <a:endParaRPr lang="en-IN" dirty="0"/>
          </a:p>
        </p:txBody>
      </p:sp>
      <p:sp>
        <p:nvSpPr>
          <p:cNvPr id="3" name="Content Placeholder 2">
            <a:extLst>
              <a:ext uri="{FF2B5EF4-FFF2-40B4-BE49-F238E27FC236}">
                <a16:creationId xmlns:a16="http://schemas.microsoft.com/office/drawing/2014/main" id="{A72D048C-DEE0-A26B-5A80-EFFAAA31B07E}"/>
              </a:ext>
            </a:extLst>
          </p:cNvPr>
          <p:cNvSpPr>
            <a:spLocks noGrp="1"/>
          </p:cNvSpPr>
          <p:nvPr>
            <p:ph idx="1"/>
          </p:nvPr>
        </p:nvSpPr>
        <p:spPr/>
        <p:txBody>
          <a:bodyPr>
            <a:normAutofit/>
          </a:bodyPr>
          <a:lstStyle/>
          <a:p>
            <a:pPr algn="just"/>
            <a:r>
              <a:rPr lang="en-US" sz="2400" dirty="0"/>
              <a:t>Involves policies, procedures, and governance frameworks.</a:t>
            </a:r>
          </a:p>
          <a:p>
            <a:pPr algn="just"/>
            <a:r>
              <a:rPr lang="en-US" sz="2400" dirty="0"/>
              <a:t>Includes incident response, employee training, and compliance with standards (ISO 27001, NIST).</a:t>
            </a:r>
          </a:p>
          <a:p>
            <a:pPr algn="just"/>
            <a:r>
              <a:rPr lang="en-US" sz="2400" dirty="0"/>
              <a:t>Goal: Ensure security is embedded in daily operations and organizational culture.</a:t>
            </a:r>
          </a:p>
          <a:p>
            <a:pPr algn="just"/>
            <a:endParaRPr lang="en-IN" sz="2400" dirty="0"/>
          </a:p>
        </p:txBody>
      </p:sp>
    </p:spTree>
    <p:extLst>
      <p:ext uri="{BB962C8B-B14F-4D97-AF65-F5344CB8AC3E}">
        <p14:creationId xmlns:p14="http://schemas.microsoft.com/office/powerpoint/2010/main" val="637996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C6F62-7C56-5364-4E08-E48BFA4865E0}"/>
              </a:ext>
            </a:extLst>
          </p:cNvPr>
          <p:cNvSpPr>
            <a:spLocks noGrp="1"/>
          </p:cNvSpPr>
          <p:nvPr>
            <p:ph type="title"/>
          </p:nvPr>
        </p:nvSpPr>
        <p:spPr/>
        <p:txBody>
          <a:bodyPr/>
          <a:lstStyle/>
          <a:p>
            <a:r>
              <a:rPr lang="en-US" dirty="0"/>
              <a:t>Data/information security</a:t>
            </a:r>
            <a:endParaRPr lang="en-IN" dirty="0"/>
          </a:p>
        </p:txBody>
      </p:sp>
      <p:sp>
        <p:nvSpPr>
          <p:cNvPr id="3" name="Content Placeholder 2">
            <a:extLst>
              <a:ext uri="{FF2B5EF4-FFF2-40B4-BE49-F238E27FC236}">
                <a16:creationId xmlns:a16="http://schemas.microsoft.com/office/drawing/2014/main" id="{5B30251C-0D4E-B88F-31E3-566D7F13B227}"/>
              </a:ext>
            </a:extLst>
          </p:cNvPr>
          <p:cNvSpPr>
            <a:spLocks noGrp="1"/>
          </p:cNvSpPr>
          <p:nvPr>
            <p:ph idx="1"/>
          </p:nvPr>
        </p:nvSpPr>
        <p:spPr/>
        <p:txBody>
          <a:bodyPr>
            <a:normAutofit/>
          </a:bodyPr>
          <a:lstStyle/>
          <a:p>
            <a:pPr algn="just"/>
            <a:r>
              <a:rPr lang="en-US" sz="2400" dirty="0"/>
              <a:t>Focuses on safeguarding the data itself, whether stored or in transit.</a:t>
            </a:r>
          </a:p>
          <a:p>
            <a:pPr algn="just"/>
            <a:r>
              <a:rPr lang="en-US" sz="2400" dirty="0"/>
              <a:t>Uses encryption, access controls, and data masking.</a:t>
            </a:r>
          </a:p>
          <a:p>
            <a:pPr algn="just"/>
            <a:r>
              <a:rPr lang="en-US" sz="2400" dirty="0"/>
              <a:t>Goal: Ensure confidentiality, integrity, and availability of information.</a:t>
            </a:r>
          </a:p>
          <a:p>
            <a:pPr algn="just"/>
            <a:endParaRPr lang="en-IN" sz="2400" dirty="0"/>
          </a:p>
        </p:txBody>
      </p:sp>
    </p:spTree>
    <p:extLst>
      <p:ext uri="{BB962C8B-B14F-4D97-AF65-F5344CB8AC3E}">
        <p14:creationId xmlns:p14="http://schemas.microsoft.com/office/powerpoint/2010/main" val="5730095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1827B-CD6A-F352-CC17-0C495B8C9339}"/>
              </a:ext>
            </a:extLst>
          </p:cNvPr>
          <p:cNvSpPr>
            <a:spLocks noGrp="1"/>
          </p:cNvSpPr>
          <p:nvPr>
            <p:ph type="title"/>
          </p:nvPr>
        </p:nvSpPr>
        <p:spPr/>
        <p:txBody>
          <a:bodyPr/>
          <a:lstStyle/>
          <a:p>
            <a:r>
              <a:rPr lang="en-IN" dirty="0"/>
              <a:t>Information Security measures</a:t>
            </a:r>
          </a:p>
        </p:txBody>
      </p:sp>
      <p:pic>
        <p:nvPicPr>
          <p:cNvPr id="5" name="Content Placeholder 4">
            <a:extLst>
              <a:ext uri="{FF2B5EF4-FFF2-40B4-BE49-F238E27FC236}">
                <a16:creationId xmlns:a16="http://schemas.microsoft.com/office/drawing/2014/main" id="{083BDB7F-4D8B-899B-2FB9-96B1AB9727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2268606"/>
            <a:ext cx="10353675" cy="3349488"/>
          </a:xfrm>
          <a:prstGeom prst="rect">
            <a:avLst/>
          </a:prstGeom>
        </p:spPr>
      </p:pic>
    </p:spTree>
    <p:extLst>
      <p:ext uri="{BB962C8B-B14F-4D97-AF65-F5344CB8AC3E}">
        <p14:creationId xmlns:p14="http://schemas.microsoft.com/office/powerpoint/2010/main" val="22636548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FC6D7-C467-8FA1-990F-4542D0A30DFA}"/>
              </a:ext>
            </a:extLst>
          </p:cNvPr>
          <p:cNvSpPr>
            <a:spLocks noGrp="1"/>
          </p:cNvSpPr>
          <p:nvPr>
            <p:ph type="title"/>
          </p:nvPr>
        </p:nvSpPr>
        <p:spPr/>
        <p:txBody>
          <a:bodyPr/>
          <a:lstStyle/>
          <a:p>
            <a:r>
              <a:rPr lang="en-US" dirty="0"/>
              <a:t>Data protection law for information security in India</a:t>
            </a:r>
            <a:endParaRPr lang="en-IN" dirty="0"/>
          </a:p>
        </p:txBody>
      </p:sp>
      <p:sp>
        <p:nvSpPr>
          <p:cNvPr id="3" name="Content Placeholder 2">
            <a:extLst>
              <a:ext uri="{FF2B5EF4-FFF2-40B4-BE49-F238E27FC236}">
                <a16:creationId xmlns:a16="http://schemas.microsoft.com/office/drawing/2014/main" id="{4298EC19-F600-B2CE-67A0-642E6028BE62}"/>
              </a:ext>
            </a:extLst>
          </p:cNvPr>
          <p:cNvSpPr>
            <a:spLocks noGrp="1"/>
          </p:cNvSpPr>
          <p:nvPr>
            <p:ph idx="1"/>
          </p:nvPr>
        </p:nvSpPr>
        <p:spPr/>
        <p:txBody>
          <a:bodyPr>
            <a:normAutofit/>
          </a:bodyPr>
          <a:lstStyle/>
          <a:p>
            <a:pPr algn="just"/>
            <a:r>
              <a:rPr lang="en-US" sz="2400" dirty="0"/>
              <a:t>The Information Technology Act, 2000 (IT Act) and Indian Contract Act, 1872 are currently the data protection legislation in India</a:t>
            </a:r>
            <a:endParaRPr lang="en-IN" sz="2400" dirty="0"/>
          </a:p>
        </p:txBody>
      </p:sp>
    </p:spTree>
    <p:extLst>
      <p:ext uri="{BB962C8B-B14F-4D97-AF65-F5344CB8AC3E}">
        <p14:creationId xmlns:p14="http://schemas.microsoft.com/office/powerpoint/2010/main" val="11089609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6528C-6431-3D84-66FB-E576076B6431}"/>
              </a:ext>
            </a:extLst>
          </p:cNvPr>
          <p:cNvSpPr>
            <a:spLocks noGrp="1"/>
          </p:cNvSpPr>
          <p:nvPr>
            <p:ph type="title"/>
          </p:nvPr>
        </p:nvSpPr>
        <p:spPr>
          <a:xfrm>
            <a:off x="919119" y="255112"/>
            <a:ext cx="10353761" cy="640628"/>
          </a:xfrm>
        </p:spPr>
        <p:txBody>
          <a:bodyPr/>
          <a:lstStyle/>
          <a:p>
            <a:r>
              <a:rPr lang="en-US" dirty="0"/>
              <a:t>Cyber security</a:t>
            </a:r>
            <a:endParaRPr lang="en-IN" dirty="0"/>
          </a:p>
        </p:txBody>
      </p:sp>
      <p:sp>
        <p:nvSpPr>
          <p:cNvPr id="3" name="Content Placeholder 2">
            <a:extLst>
              <a:ext uri="{FF2B5EF4-FFF2-40B4-BE49-F238E27FC236}">
                <a16:creationId xmlns:a16="http://schemas.microsoft.com/office/drawing/2014/main" id="{66791145-7D06-515F-5CD8-5079F507D7CE}"/>
              </a:ext>
            </a:extLst>
          </p:cNvPr>
          <p:cNvSpPr>
            <a:spLocks noGrp="1"/>
          </p:cNvSpPr>
          <p:nvPr>
            <p:ph idx="1"/>
          </p:nvPr>
        </p:nvSpPr>
        <p:spPr>
          <a:xfrm>
            <a:off x="820487" y="1002934"/>
            <a:ext cx="11057381" cy="3695136"/>
          </a:xfrm>
        </p:spPr>
        <p:txBody>
          <a:bodyPr>
            <a:noAutofit/>
          </a:bodyPr>
          <a:lstStyle/>
          <a:p>
            <a:pPr algn="just"/>
            <a:r>
              <a:rPr lang="en-US" sz="2400" b="1" dirty="0"/>
              <a:t>Cybersecurity</a:t>
            </a:r>
            <a:r>
              <a:rPr lang="en-US" sz="2400" dirty="0"/>
              <a:t> is the practice of protecting computers, networks, systems, and data from digital attacks, unauthorized access, damage, or theft.</a:t>
            </a:r>
          </a:p>
          <a:p>
            <a:pPr algn="just"/>
            <a:r>
              <a:rPr lang="en-US" sz="2400" dirty="0"/>
              <a:t>The NIST defines cybersecurity as protecting, preventing damage to and restoring electronic communications services and systems.</a:t>
            </a:r>
          </a:p>
          <a:p>
            <a:pPr algn="just"/>
            <a:r>
              <a:rPr lang="en-US" sz="2400" dirty="0"/>
              <a:t>This includes the information stored in these systems, which cybersecurity professionals work to protect.</a:t>
            </a:r>
          </a:p>
          <a:p>
            <a:pPr algn="just"/>
            <a:r>
              <a:rPr lang="en-US" sz="2400" dirty="0"/>
              <a:t>Cybersecurity covers everything that has to do with electronic systems and communications.</a:t>
            </a:r>
          </a:p>
          <a:p>
            <a:pPr algn="just"/>
            <a:r>
              <a:rPr lang="en-US" sz="2400" dirty="0"/>
              <a:t>Within the field of cybersecurity are subcategories that include cloud, network, and critical infrastructure security.</a:t>
            </a:r>
          </a:p>
          <a:p>
            <a:pPr algn="just"/>
            <a:endParaRPr lang="en-IN" sz="2400" dirty="0"/>
          </a:p>
        </p:txBody>
      </p:sp>
    </p:spTree>
    <p:extLst>
      <p:ext uri="{BB962C8B-B14F-4D97-AF65-F5344CB8AC3E}">
        <p14:creationId xmlns:p14="http://schemas.microsoft.com/office/powerpoint/2010/main" val="15194866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3F7B8-B6C3-6784-D83D-77FEFCFB9C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85CD81F-BE43-A514-238E-E708AD396E14}"/>
              </a:ext>
            </a:extLst>
          </p:cNvPr>
          <p:cNvSpPr>
            <a:spLocks noGrp="1"/>
          </p:cNvSpPr>
          <p:nvPr>
            <p:ph idx="1"/>
          </p:nvPr>
        </p:nvSpPr>
        <p:spPr/>
        <p:txBody>
          <a:bodyPr>
            <a:normAutofit/>
          </a:bodyPr>
          <a:lstStyle/>
          <a:p>
            <a:r>
              <a:rPr lang="en-US" sz="2400" dirty="0"/>
              <a:t>Cyber security protects against</a:t>
            </a:r>
          </a:p>
          <a:p>
            <a:pPr lvl="1"/>
            <a:r>
              <a:rPr lang="en-US" sz="2200" dirty="0"/>
              <a:t>Hacking – Unauthorized access to systems</a:t>
            </a:r>
          </a:p>
          <a:p>
            <a:pPr lvl="1"/>
            <a:r>
              <a:rPr lang="en-US" sz="2200" dirty="0"/>
              <a:t>Malware – Viruses, ransomware, spyware</a:t>
            </a:r>
          </a:p>
          <a:p>
            <a:pPr lvl="1"/>
            <a:r>
              <a:rPr lang="en-US" sz="2200" dirty="0"/>
              <a:t>Phishing – Fake emails/messages that steal information</a:t>
            </a:r>
          </a:p>
          <a:p>
            <a:pPr lvl="1"/>
            <a:r>
              <a:rPr lang="en-US" sz="2200" dirty="0"/>
              <a:t>Data breaches – Exposure of sensitive data</a:t>
            </a:r>
          </a:p>
          <a:p>
            <a:pPr lvl="1"/>
            <a:r>
              <a:rPr lang="en-US" sz="2200" dirty="0"/>
              <a:t>Identity theft – Stealing personal information</a:t>
            </a:r>
          </a:p>
          <a:p>
            <a:endParaRPr lang="en-US" sz="2400" dirty="0"/>
          </a:p>
          <a:p>
            <a:endParaRPr lang="en-IN" sz="2400" dirty="0"/>
          </a:p>
        </p:txBody>
      </p:sp>
    </p:spTree>
    <p:extLst>
      <p:ext uri="{BB962C8B-B14F-4D97-AF65-F5344CB8AC3E}">
        <p14:creationId xmlns:p14="http://schemas.microsoft.com/office/powerpoint/2010/main" val="42692600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AA909-3F06-D30C-9D37-54B88252E7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72CE67-13A5-D9FA-5598-B10BEA40FD3F}"/>
              </a:ext>
            </a:extLst>
          </p:cNvPr>
          <p:cNvSpPr>
            <a:spLocks noGrp="1"/>
          </p:cNvSpPr>
          <p:nvPr>
            <p:ph idx="1"/>
          </p:nvPr>
        </p:nvSpPr>
        <p:spPr/>
        <p:txBody>
          <a:bodyPr>
            <a:noAutofit/>
          </a:bodyPr>
          <a:lstStyle/>
          <a:p>
            <a:pPr marL="0" indent="0">
              <a:buNone/>
            </a:pPr>
            <a:r>
              <a:rPr lang="en-US" sz="2400" dirty="0"/>
              <a:t>Main Areas of Cybersecurity</a:t>
            </a:r>
          </a:p>
          <a:p>
            <a:pPr lvl="1"/>
            <a:r>
              <a:rPr lang="en-US" sz="2200" dirty="0"/>
              <a:t>Network Security – Protecting internal networks from intruders</a:t>
            </a:r>
          </a:p>
          <a:p>
            <a:pPr lvl="1"/>
            <a:r>
              <a:rPr lang="en-US" sz="2200" dirty="0"/>
              <a:t>Application Security – Securing software and apps from vulnerabilities</a:t>
            </a:r>
          </a:p>
          <a:p>
            <a:pPr lvl="1"/>
            <a:r>
              <a:rPr lang="en-US" sz="2200" dirty="0"/>
              <a:t>Information Security (InfoSec) – Protecting data privacy and integrity</a:t>
            </a:r>
          </a:p>
          <a:p>
            <a:pPr lvl="1"/>
            <a:r>
              <a:rPr lang="en-US" sz="2200" dirty="0"/>
              <a:t>Cloud Security – Securing cloud-based platforms and services</a:t>
            </a:r>
          </a:p>
          <a:p>
            <a:pPr lvl="1"/>
            <a:r>
              <a:rPr lang="en-US" sz="2200" dirty="0"/>
              <a:t>Endpoint Security – Protecting devices like laptops and phones</a:t>
            </a:r>
          </a:p>
          <a:p>
            <a:pPr lvl="1"/>
            <a:r>
              <a:rPr lang="en-US" sz="2200" dirty="0"/>
              <a:t>Ethical Hacking (Penetration Testing) – Testing systems to find weaknesses</a:t>
            </a:r>
          </a:p>
          <a:p>
            <a:endParaRPr lang="en-IN" sz="2400" dirty="0"/>
          </a:p>
        </p:txBody>
      </p:sp>
    </p:spTree>
    <p:extLst>
      <p:ext uri="{BB962C8B-B14F-4D97-AF65-F5344CB8AC3E}">
        <p14:creationId xmlns:p14="http://schemas.microsoft.com/office/powerpoint/2010/main" val="21349410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1AFC6-CA47-3899-BEA2-A5F022DBF629}"/>
              </a:ext>
            </a:extLst>
          </p:cNvPr>
          <p:cNvSpPr>
            <a:spLocks noGrp="1"/>
          </p:cNvSpPr>
          <p:nvPr>
            <p:ph type="title"/>
          </p:nvPr>
        </p:nvSpPr>
        <p:spPr>
          <a:xfrm>
            <a:off x="913795" y="-53561"/>
            <a:ext cx="10353761" cy="883986"/>
          </a:xfrm>
        </p:spPr>
        <p:txBody>
          <a:bodyPr>
            <a:normAutofit/>
          </a:bodyPr>
          <a:lstStyle/>
          <a:p>
            <a:r>
              <a:rPr lang="en-US" dirty="0"/>
              <a:t>Cyber security vs infosec</a:t>
            </a:r>
            <a:endParaRPr lang="en-IN" dirty="0"/>
          </a:p>
        </p:txBody>
      </p:sp>
      <p:sp>
        <p:nvSpPr>
          <p:cNvPr id="3" name="Content Placeholder 2">
            <a:extLst>
              <a:ext uri="{FF2B5EF4-FFF2-40B4-BE49-F238E27FC236}">
                <a16:creationId xmlns:a16="http://schemas.microsoft.com/office/drawing/2014/main" id="{6169A342-68A2-FD03-82F5-486158B69CCB}"/>
              </a:ext>
            </a:extLst>
          </p:cNvPr>
          <p:cNvSpPr>
            <a:spLocks noGrp="1"/>
          </p:cNvSpPr>
          <p:nvPr>
            <p:ph idx="1"/>
          </p:nvPr>
        </p:nvSpPr>
        <p:spPr>
          <a:xfrm>
            <a:off x="913795" y="769744"/>
            <a:ext cx="10353762" cy="3695136"/>
          </a:xfrm>
        </p:spPr>
        <p:txBody>
          <a:bodyPr>
            <a:normAutofit/>
          </a:bodyPr>
          <a:lstStyle/>
          <a:p>
            <a:r>
              <a:rPr lang="en-US" sz="2400" dirty="0"/>
              <a:t>Cybersecurity and Information Security are closely related — but they’re not the same.</a:t>
            </a:r>
          </a:p>
          <a:p>
            <a:r>
              <a:rPr lang="en-US" sz="2400" dirty="0"/>
              <a:t>Information Security (InfoSec) protects all information, no matter the format.</a:t>
            </a:r>
          </a:p>
          <a:p>
            <a:r>
              <a:rPr lang="en-US" sz="2400" dirty="0"/>
              <a:t>Cybersecurity protects digital systems and data from cyber threats.</a:t>
            </a:r>
          </a:p>
          <a:p>
            <a:endParaRPr lang="en-US" sz="2400" dirty="0"/>
          </a:p>
          <a:p>
            <a:endParaRPr lang="en-US" sz="2400" dirty="0"/>
          </a:p>
          <a:p>
            <a:endParaRPr lang="en-IN" sz="2400" dirty="0"/>
          </a:p>
        </p:txBody>
      </p:sp>
      <p:graphicFrame>
        <p:nvGraphicFramePr>
          <p:cNvPr id="7" name="Table 6">
            <a:extLst>
              <a:ext uri="{FF2B5EF4-FFF2-40B4-BE49-F238E27FC236}">
                <a16:creationId xmlns:a16="http://schemas.microsoft.com/office/drawing/2014/main" id="{B333BEFE-FFF9-B61A-CBFA-3A19A9D067A7}"/>
              </a:ext>
            </a:extLst>
          </p:cNvPr>
          <p:cNvGraphicFramePr>
            <a:graphicFrameLocks noGrp="1"/>
          </p:cNvGraphicFramePr>
          <p:nvPr>
            <p:extLst>
              <p:ext uri="{D42A27DB-BD31-4B8C-83A1-F6EECF244321}">
                <p14:modId xmlns:p14="http://schemas.microsoft.com/office/powerpoint/2010/main" val="1353724843"/>
              </p:ext>
            </p:extLst>
          </p:nvPr>
        </p:nvGraphicFramePr>
        <p:xfrm>
          <a:off x="1912516" y="4099120"/>
          <a:ext cx="10353674" cy="365760"/>
        </p:xfrm>
        <a:graphic>
          <a:graphicData uri="http://schemas.openxmlformats.org/drawingml/2006/table">
            <a:tbl>
              <a:tblPr/>
              <a:tblGrid>
                <a:gridCol w="5176837">
                  <a:extLst>
                    <a:ext uri="{9D8B030D-6E8A-4147-A177-3AD203B41FA5}">
                      <a16:colId xmlns:a16="http://schemas.microsoft.com/office/drawing/2014/main" val="2378539055"/>
                    </a:ext>
                  </a:extLst>
                </a:gridCol>
                <a:gridCol w="5176837">
                  <a:extLst>
                    <a:ext uri="{9D8B030D-6E8A-4147-A177-3AD203B41FA5}">
                      <a16:colId xmlns:a16="http://schemas.microsoft.com/office/drawing/2014/main" val="1572746553"/>
                    </a:ext>
                  </a:extLst>
                </a:gridCol>
              </a:tblGrid>
              <a:tr h="365760">
                <a:tc>
                  <a:txBody>
                    <a:bodyPr/>
                    <a:lstStyle/>
                    <a:p>
                      <a:pPr>
                        <a:buNone/>
                      </a:pPr>
                      <a:r>
                        <a:rPr lang="en-IN" sz="1800" dirty="0"/>
                        <a:t>Broader discipline</a:t>
                      </a:r>
                    </a:p>
                  </a:txBody>
                  <a:tcPr anchor="ctr">
                    <a:lnL>
                      <a:noFill/>
                    </a:lnL>
                    <a:lnR>
                      <a:noFill/>
                    </a:lnR>
                    <a:lnT>
                      <a:noFill/>
                    </a:lnT>
                    <a:lnB>
                      <a:noFill/>
                    </a:lnB>
                    <a:noFill/>
                  </a:tcPr>
                </a:tc>
                <a:tc>
                  <a:txBody>
                    <a:bodyPr/>
                    <a:lstStyle/>
                    <a:p>
                      <a:pPr>
                        <a:buNone/>
                      </a:pPr>
                      <a:r>
                        <a:rPr lang="en-IN" sz="1800" dirty="0"/>
                        <a:t>Subset of InfoSec</a:t>
                      </a:r>
                    </a:p>
                  </a:txBody>
                  <a:tcPr anchor="ctr">
                    <a:lnL>
                      <a:noFill/>
                    </a:lnL>
                    <a:lnR>
                      <a:noFill/>
                    </a:lnR>
                    <a:lnT>
                      <a:noFill/>
                    </a:lnT>
                    <a:lnB>
                      <a:noFill/>
                    </a:lnB>
                    <a:noFill/>
                  </a:tcPr>
                </a:tc>
                <a:extLst>
                  <a:ext uri="{0D108BD9-81ED-4DB2-BD59-A6C34878D82A}">
                    <a16:rowId xmlns:a16="http://schemas.microsoft.com/office/drawing/2014/main" val="7449309"/>
                  </a:ext>
                </a:extLst>
              </a:tr>
            </a:tbl>
          </a:graphicData>
        </a:graphic>
      </p:graphicFrame>
      <p:graphicFrame>
        <p:nvGraphicFramePr>
          <p:cNvPr id="8" name="Table 7">
            <a:extLst>
              <a:ext uri="{FF2B5EF4-FFF2-40B4-BE49-F238E27FC236}">
                <a16:creationId xmlns:a16="http://schemas.microsoft.com/office/drawing/2014/main" id="{3B46199C-61BE-8267-CFB0-4A057F48B2CB}"/>
              </a:ext>
            </a:extLst>
          </p:cNvPr>
          <p:cNvGraphicFramePr>
            <a:graphicFrameLocks noGrp="1"/>
          </p:cNvGraphicFramePr>
          <p:nvPr>
            <p:extLst>
              <p:ext uri="{D42A27DB-BD31-4B8C-83A1-F6EECF244321}">
                <p14:modId xmlns:p14="http://schemas.microsoft.com/office/powerpoint/2010/main" val="2344092379"/>
              </p:ext>
            </p:extLst>
          </p:nvPr>
        </p:nvGraphicFramePr>
        <p:xfrm>
          <a:off x="1912516" y="4647855"/>
          <a:ext cx="10353674" cy="365760"/>
        </p:xfrm>
        <a:graphic>
          <a:graphicData uri="http://schemas.openxmlformats.org/drawingml/2006/table">
            <a:tbl>
              <a:tblPr/>
              <a:tblGrid>
                <a:gridCol w="5176837">
                  <a:extLst>
                    <a:ext uri="{9D8B030D-6E8A-4147-A177-3AD203B41FA5}">
                      <a16:colId xmlns:a16="http://schemas.microsoft.com/office/drawing/2014/main" val="4051222077"/>
                    </a:ext>
                  </a:extLst>
                </a:gridCol>
                <a:gridCol w="5176837">
                  <a:extLst>
                    <a:ext uri="{9D8B030D-6E8A-4147-A177-3AD203B41FA5}">
                      <a16:colId xmlns:a16="http://schemas.microsoft.com/office/drawing/2014/main" val="184447433"/>
                    </a:ext>
                  </a:extLst>
                </a:gridCol>
              </a:tblGrid>
              <a:tr h="365760">
                <a:tc>
                  <a:txBody>
                    <a:bodyPr/>
                    <a:lstStyle/>
                    <a:p>
                      <a:pPr>
                        <a:buNone/>
                      </a:pPr>
                      <a:r>
                        <a:rPr lang="en-US" sz="1800" dirty="0"/>
                        <a:t>Protects all forms of information</a:t>
                      </a:r>
                    </a:p>
                  </a:txBody>
                  <a:tcPr anchor="ctr">
                    <a:lnL>
                      <a:noFill/>
                    </a:lnL>
                    <a:lnR>
                      <a:noFill/>
                    </a:lnR>
                    <a:lnT>
                      <a:noFill/>
                    </a:lnT>
                    <a:lnB>
                      <a:noFill/>
                    </a:lnB>
                    <a:noFill/>
                  </a:tcPr>
                </a:tc>
                <a:tc>
                  <a:txBody>
                    <a:bodyPr/>
                    <a:lstStyle/>
                    <a:p>
                      <a:pPr>
                        <a:buNone/>
                      </a:pPr>
                      <a:r>
                        <a:rPr lang="en-IN" sz="1800" dirty="0"/>
                        <a:t>Protects digital systems &amp; data</a:t>
                      </a:r>
                    </a:p>
                  </a:txBody>
                  <a:tcPr anchor="ctr">
                    <a:lnL>
                      <a:noFill/>
                    </a:lnL>
                    <a:lnR>
                      <a:noFill/>
                    </a:lnR>
                    <a:lnT>
                      <a:noFill/>
                    </a:lnT>
                    <a:lnB>
                      <a:noFill/>
                    </a:lnB>
                    <a:noFill/>
                  </a:tcPr>
                </a:tc>
                <a:extLst>
                  <a:ext uri="{0D108BD9-81ED-4DB2-BD59-A6C34878D82A}">
                    <a16:rowId xmlns:a16="http://schemas.microsoft.com/office/drawing/2014/main" val="3581487384"/>
                  </a:ext>
                </a:extLst>
              </a:tr>
            </a:tbl>
          </a:graphicData>
        </a:graphic>
      </p:graphicFrame>
      <p:graphicFrame>
        <p:nvGraphicFramePr>
          <p:cNvPr id="9" name="Table 8">
            <a:extLst>
              <a:ext uri="{FF2B5EF4-FFF2-40B4-BE49-F238E27FC236}">
                <a16:creationId xmlns:a16="http://schemas.microsoft.com/office/drawing/2014/main" id="{0AD761DE-FCFF-02A5-079B-FBBEF1641CEC}"/>
              </a:ext>
            </a:extLst>
          </p:cNvPr>
          <p:cNvGraphicFramePr>
            <a:graphicFrameLocks noGrp="1"/>
          </p:cNvGraphicFramePr>
          <p:nvPr>
            <p:extLst>
              <p:ext uri="{D42A27DB-BD31-4B8C-83A1-F6EECF244321}">
                <p14:modId xmlns:p14="http://schemas.microsoft.com/office/powerpoint/2010/main" val="2226808930"/>
              </p:ext>
            </p:extLst>
          </p:nvPr>
        </p:nvGraphicFramePr>
        <p:xfrm>
          <a:off x="1912516" y="5242215"/>
          <a:ext cx="10353674" cy="365760"/>
        </p:xfrm>
        <a:graphic>
          <a:graphicData uri="http://schemas.openxmlformats.org/drawingml/2006/table">
            <a:tbl>
              <a:tblPr/>
              <a:tblGrid>
                <a:gridCol w="5176837">
                  <a:extLst>
                    <a:ext uri="{9D8B030D-6E8A-4147-A177-3AD203B41FA5}">
                      <a16:colId xmlns:a16="http://schemas.microsoft.com/office/drawing/2014/main" val="3923738980"/>
                    </a:ext>
                  </a:extLst>
                </a:gridCol>
                <a:gridCol w="5176837">
                  <a:extLst>
                    <a:ext uri="{9D8B030D-6E8A-4147-A177-3AD203B41FA5}">
                      <a16:colId xmlns:a16="http://schemas.microsoft.com/office/drawing/2014/main" val="815028248"/>
                    </a:ext>
                  </a:extLst>
                </a:gridCol>
              </a:tblGrid>
              <a:tr h="365760">
                <a:tc>
                  <a:txBody>
                    <a:bodyPr/>
                    <a:lstStyle/>
                    <a:p>
                      <a:pPr>
                        <a:buNone/>
                      </a:pPr>
                      <a:r>
                        <a:rPr lang="en-IN" sz="1800" dirty="0"/>
                        <a:t>Includes physical &amp; administrative controls</a:t>
                      </a:r>
                    </a:p>
                  </a:txBody>
                  <a:tcPr anchor="ctr">
                    <a:lnL>
                      <a:noFill/>
                    </a:lnL>
                    <a:lnR>
                      <a:noFill/>
                    </a:lnR>
                    <a:lnT>
                      <a:noFill/>
                    </a:lnT>
                    <a:lnB>
                      <a:noFill/>
                    </a:lnB>
                    <a:noFill/>
                  </a:tcPr>
                </a:tc>
                <a:tc>
                  <a:txBody>
                    <a:bodyPr/>
                    <a:lstStyle/>
                    <a:p>
                      <a:pPr>
                        <a:buNone/>
                      </a:pPr>
                      <a:r>
                        <a:rPr lang="en-US" sz="1800" dirty="0"/>
                        <a:t>Focuses mainly on technical controls</a:t>
                      </a:r>
                    </a:p>
                  </a:txBody>
                  <a:tcPr anchor="ctr">
                    <a:lnL>
                      <a:noFill/>
                    </a:lnL>
                    <a:lnR>
                      <a:noFill/>
                    </a:lnR>
                    <a:lnT>
                      <a:noFill/>
                    </a:lnT>
                    <a:lnB>
                      <a:noFill/>
                    </a:lnB>
                    <a:noFill/>
                  </a:tcPr>
                </a:tc>
                <a:extLst>
                  <a:ext uri="{0D108BD9-81ED-4DB2-BD59-A6C34878D82A}">
                    <a16:rowId xmlns:a16="http://schemas.microsoft.com/office/drawing/2014/main" val="3551437726"/>
                  </a:ext>
                </a:extLst>
              </a:tr>
            </a:tbl>
          </a:graphicData>
        </a:graphic>
      </p:graphicFrame>
      <p:graphicFrame>
        <p:nvGraphicFramePr>
          <p:cNvPr id="10" name="Table 9">
            <a:extLst>
              <a:ext uri="{FF2B5EF4-FFF2-40B4-BE49-F238E27FC236}">
                <a16:creationId xmlns:a16="http://schemas.microsoft.com/office/drawing/2014/main" id="{BDF04162-8993-6A66-A22B-7BEA29FE50E1}"/>
              </a:ext>
            </a:extLst>
          </p:cNvPr>
          <p:cNvGraphicFramePr>
            <a:graphicFrameLocks noGrp="1"/>
          </p:cNvGraphicFramePr>
          <p:nvPr>
            <p:extLst>
              <p:ext uri="{D42A27DB-BD31-4B8C-83A1-F6EECF244321}">
                <p14:modId xmlns:p14="http://schemas.microsoft.com/office/powerpoint/2010/main" val="2089349576"/>
              </p:ext>
            </p:extLst>
          </p:nvPr>
        </p:nvGraphicFramePr>
        <p:xfrm>
          <a:off x="1912516" y="5425095"/>
          <a:ext cx="10353674" cy="1326321"/>
        </p:xfrm>
        <a:graphic>
          <a:graphicData uri="http://schemas.openxmlformats.org/drawingml/2006/table">
            <a:tbl>
              <a:tblPr/>
              <a:tblGrid>
                <a:gridCol w="5176837">
                  <a:extLst>
                    <a:ext uri="{9D8B030D-6E8A-4147-A177-3AD203B41FA5}">
                      <a16:colId xmlns:a16="http://schemas.microsoft.com/office/drawing/2014/main" val="1096454297"/>
                    </a:ext>
                  </a:extLst>
                </a:gridCol>
                <a:gridCol w="5176837">
                  <a:extLst>
                    <a:ext uri="{9D8B030D-6E8A-4147-A177-3AD203B41FA5}">
                      <a16:colId xmlns:a16="http://schemas.microsoft.com/office/drawing/2014/main" val="2372038877"/>
                    </a:ext>
                  </a:extLst>
                </a:gridCol>
              </a:tblGrid>
              <a:tr h="1326321">
                <a:tc>
                  <a:txBody>
                    <a:bodyPr/>
                    <a:lstStyle/>
                    <a:p>
                      <a:pPr>
                        <a:buNone/>
                      </a:pPr>
                      <a:r>
                        <a:rPr lang="en-IN" sz="1800" dirty="0"/>
                        <a:t>Covers governance, risk &amp; compliance</a:t>
                      </a:r>
                    </a:p>
                  </a:txBody>
                  <a:tcPr anchor="ctr">
                    <a:lnL>
                      <a:noFill/>
                    </a:lnL>
                    <a:lnR>
                      <a:noFill/>
                    </a:lnR>
                    <a:lnT>
                      <a:noFill/>
                    </a:lnT>
                    <a:lnB>
                      <a:noFill/>
                    </a:lnB>
                    <a:noFill/>
                  </a:tcPr>
                </a:tc>
                <a:tc>
                  <a:txBody>
                    <a:bodyPr/>
                    <a:lstStyle/>
                    <a:p>
                      <a:pPr>
                        <a:buNone/>
                      </a:pPr>
                      <a:r>
                        <a:rPr lang="en-US" sz="1800" dirty="0"/>
                        <a:t>Covers network, endpoint &amp; cloud security</a:t>
                      </a:r>
                    </a:p>
                  </a:txBody>
                  <a:tcPr anchor="ctr">
                    <a:lnL>
                      <a:noFill/>
                    </a:lnL>
                    <a:lnR>
                      <a:noFill/>
                    </a:lnR>
                    <a:lnT>
                      <a:noFill/>
                    </a:lnT>
                    <a:lnB>
                      <a:noFill/>
                    </a:lnB>
                    <a:noFill/>
                  </a:tcPr>
                </a:tc>
                <a:extLst>
                  <a:ext uri="{0D108BD9-81ED-4DB2-BD59-A6C34878D82A}">
                    <a16:rowId xmlns:a16="http://schemas.microsoft.com/office/drawing/2014/main" val="2522618373"/>
                  </a:ext>
                </a:extLst>
              </a:tr>
            </a:tbl>
          </a:graphicData>
        </a:graphic>
      </p:graphicFrame>
      <p:graphicFrame>
        <p:nvGraphicFramePr>
          <p:cNvPr id="11" name="Table 10">
            <a:extLst>
              <a:ext uri="{FF2B5EF4-FFF2-40B4-BE49-F238E27FC236}">
                <a16:creationId xmlns:a16="http://schemas.microsoft.com/office/drawing/2014/main" id="{F8CCB08A-D6C5-AB4C-841B-AA3A3C5B05FE}"/>
              </a:ext>
            </a:extLst>
          </p:cNvPr>
          <p:cNvGraphicFramePr>
            <a:graphicFrameLocks noGrp="1"/>
          </p:cNvGraphicFramePr>
          <p:nvPr>
            <p:extLst>
              <p:ext uri="{D42A27DB-BD31-4B8C-83A1-F6EECF244321}">
                <p14:modId xmlns:p14="http://schemas.microsoft.com/office/powerpoint/2010/main" val="3735049046"/>
              </p:ext>
            </p:extLst>
          </p:nvPr>
        </p:nvGraphicFramePr>
        <p:xfrm>
          <a:off x="1912516" y="3504414"/>
          <a:ext cx="3098023" cy="365760"/>
        </p:xfrm>
        <a:graphic>
          <a:graphicData uri="http://schemas.openxmlformats.org/drawingml/2006/table">
            <a:tbl>
              <a:tblPr/>
              <a:tblGrid>
                <a:gridCol w="3098023">
                  <a:extLst>
                    <a:ext uri="{9D8B030D-6E8A-4147-A177-3AD203B41FA5}">
                      <a16:colId xmlns:a16="http://schemas.microsoft.com/office/drawing/2014/main" val="1503605842"/>
                    </a:ext>
                  </a:extLst>
                </a:gridCol>
              </a:tblGrid>
              <a:tr h="0">
                <a:tc>
                  <a:txBody>
                    <a:bodyPr/>
                    <a:lstStyle/>
                    <a:p>
                      <a:pPr>
                        <a:buNone/>
                      </a:pPr>
                      <a:r>
                        <a:rPr lang="en-IN" dirty="0"/>
                        <a:t>Information Security</a:t>
                      </a:r>
                    </a:p>
                  </a:txBody>
                  <a:tcPr anchor="ctr">
                    <a:lnL>
                      <a:noFill/>
                    </a:lnL>
                    <a:lnR>
                      <a:noFill/>
                    </a:lnR>
                    <a:lnT>
                      <a:noFill/>
                    </a:lnT>
                    <a:lnB>
                      <a:noFill/>
                    </a:lnB>
                    <a:noFill/>
                  </a:tcPr>
                </a:tc>
                <a:extLst>
                  <a:ext uri="{0D108BD9-81ED-4DB2-BD59-A6C34878D82A}">
                    <a16:rowId xmlns:a16="http://schemas.microsoft.com/office/drawing/2014/main" val="2280780149"/>
                  </a:ext>
                </a:extLst>
              </a:tr>
            </a:tbl>
          </a:graphicData>
        </a:graphic>
      </p:graphicFrame>
      <p:graphicFrame>
        <p:nvGraphicFramePr>
          <p:cNvPr id="12" name="Table 11">
            <a:extLst>
              <a:ext uri="{FF2B5EF4-FFF2-40B4-BE49-F238E27FC236}">
                <a16:creationId xmlns:a16="http://schemas.microsoft.com/office/drawing/2014/main" id="{26DA355A-EB4F-7785-5C94-DD4E0AEEC85C}"/>
              </a:ext>
            </a:extLst>
          </p:cNvPr>
          <p:cNvGraphicFramePr>
            <a:graphicFrameLocks noGrp="1"/>
          </p:cNvGraphicFramePr>
          <p:nvPr>
            <p:extLst>
              <p:ext uri="{D42A27DB-BD31-4B8C-83A1-F6EECF244321}">
                <p14:modId xmlns:p14="http://schemas.microsoft.com/office/powerpoint/2010/main" val="2223093727"/>
              </p:ext>
            </p:extLst>
          </p:nvPr>
        </p:nvGraphicFramePr>
        <p:xfrm>
          <a:off x="7089353" y="3550385"/>
          <a:ext cx="2420905" cy="365760"/>
        </p:xfrm>
        <a:graphic>
          <a:graphicData uri="http://schemas.openxmlformats.org/drawingml/2006/table">
            <a:tbl>
              <a:tblPr/>
              <a:tblGrid>
                <a:gridCol w="2420905">
                  <a:extLst>
                    <a:ext uri="{9D8B030D-6E8A-4147-A177-3AD203B41FA5}">
                      <a16:colId xmlns:a16="http://schemas.microsoft.com/office/drawing/2014/main" val="2662518762"/>
                    </a:ext>
                  </a:extLst>
                </a:gridCol>
              </a:tblGrid>
              <a:tr h="0">
                <a:tc>
                  <a:txBody>
                    <a:bodyPr/>
                    <a:lstStyle/>
                    <a:p>
                      <a:pPr>
                        <a:buNone/>
                      </a:pPr>
                      <a:r>
                        <a:rPr lang="en-IN" dirty="0"/>
                        <a:t>Cybersecurity</a:t>
                      </a:r>
                    </a:p>
                  </a:txBody>
                  <a:tcPr anchor="ctr">
                    <a:lnL>
                      <a:noFill/>
                    </a:lnL>
                    <a:lnR>
                      <a:noFill/>
                    </a:lnR>
                    <a:lnT>
                      <a:noFill/>
                    </a:lnT>
                    <a:lnB>
                      <a:noFill/>
                    </a:lnB>
                    <a:noFill/>
                  </a:tcPr>
                </a:tc>
                <a:extLst>
                  <a:ext uri="{0D108BD9-81ED-4DB2-BD59-A6C34878D82A}">
                    <a16:rowId xmlns:a16="http://schemas.microsoft.com/office/drawing/2014/main" val="1747186832"/>
                  </a:ext>
                </a:extLst>
              </a:tr>
            </a:tbl>
          </a:graphicData>
        </a:graphic>
      </p:graphicFrame>
    </p:spTree>
    <p:extLst>
      <p:ext uri="{BB962C8B-B14F-4D97-AF65-F5344CB8AC3E}">
        <p14:creationId xmlns:p14="http://schemas.microsoft.com/office/powerpoint/2010/main" val="3660434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5465-5B3C-EFA8-7E49-B84C198BE6F1}"/>
              </a:ext>
            </a:extLst>
          </p:cNvPr>
          <p:cNvSpPr>
            <a:spLocks noGrp="1"/>
          </p:cNvSpPr>
          <p:nvPr>
            <p:ph type="title"/>
          </p:nvPr>
        </p:nvSpPr>
        <p:spPr/>
        <p:txBody>
          <a:bodyPr/>
          <a:lstStyle/>
          <a:p>
            <a:r>
              <a:rPr lang="en-IN" dirty="0"/>
              <a:t>Ethical Hacking</a:t>
            </a:r>
          </a:p>
        </p:txBody>
      </p:sp>
      <p:sp>
        <p:nvSpPr>
          <p:cNvPr id="3" name="Content Placeholder 2">
            <a:extLst>
              <a:ext uri="{FF2B5EF4-FFF2-40B4-BE49-F238E27FC236}">
                <a16:creationId xmlns:a16="http://schemas.microsoft.com/office/drawing/2014/main" id="{44DC9D4C-4E9A-CB7E-208F-72CAAFC72F97}"/>
              </a:ext>
            </a:extLst>
          </p:cNvPr>
          <p:cNvSpPr>
            <a:spLocks noGrp="1"/>
          </p:cNvSpPr>
          <p:nvPr>
            <p:ph idx="1"/>
          </p:nvPr>
        </p:nvSpPr>
        <p:spPr/>
        <p:txBody>
          <a:bodyPr>
            <a:normAutofit/>
          </a:bodyPr>
          <a:lstStyle/>
          <a:p>
            <a:pPr algn="just"/>
            <a:r>
              <a:rPr lang="en-US" sz="2400" dirty="0"/>
              <a:t>Ethical hacking involves an authorized attempt to gain unauthorized access to a computer system, application, or data.</a:t>
            </a:r>
          </a:p>
          <a:p>
            <a:pPr algn="just"/>
            <a:r>
              <a:rPr lang="en-US" sz="2400" dirty="0"/>
              <a:t>Carrying out an ethical hack involves duplicating strategies and actions of malicious attackers.</a:t>
            </a:r>
          </a:p>
          <a:p>
            <a:pPr algn="just"/>
            <a:r>
              <a:rPr lang="en-US" sz="2400" dirty="0"/>
              <a:t>This practice helps to identify security vulnerabilities which can then be resolved before a malicious attacker has the opportunity to exploit them.</a:t>
            </a:r>
            <a:endParaRPr lang="en-IN" sz="2400" dirty="0"/>
          </a:p>
        </p:txBody>
      </p:sp>
    </p:spTree>
    <p:extLst>
      <p:ext uri="{BB962C8B-B14F-4D97-AF65-F5344CB8AC3E}">
        <p14:creationId xmlns:p14="http://schemas.microsoft.com/office/powerpoint/2010/main" val="32286722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5EF2E-C41F-174A-F7FC-37BBA705B33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2ED6EDA-864D-5421-F64B-4E4925051C0A}"/>
              </a:ext>
            </a:extLst>
          </p:cNvPr>
          <p:cNvSpPr>
            <a:spLocks noGrp="1"/>
          </p:cNvSpPr>
          <p:nvPr>
            <p:ph idx="1"/>
          </p:nvPr>
        </p:nvSpPr>
        <p:spPr/>
        <p:txBody>
          <a:bodyPr>
            <a:normAutofit/>
          </a:bodyPr>
          <a:lstStyle/>
          <a:p>
            <a:pPr algn="just"/>
            <a:r>
              <a:rPr lang="en-US" sz="2400" dirty="0"/>
              <a:t>known as “white hats,” ethical hackers are security experts that perform these security assessments.</a:t>
            </a:r>
          </a:p>
          <a:p>
            <a:pPr algn="just"/>
            <a:r>
              <a:rPr lang="en-US" sz="2400" dirty="0"/>
              <a:t>The proactive work they do helps to improve an organization’s security posture.</a:t>
            </a:r>
          </a:p>
          <a:p>
            <a:pPr algn="just"/>
            <a:r>
              <a:rPr lang="en-US" sz="2400" dirty="0"/>
              <a:t>With prior approval from the organization or owner of the IT asset, the mission of ethical hacking is opposite from malicious hacking. </a:t>
            </a:r>
            <a:endParaRPr lang="en-IN" sz="2400" dirty="0"/>
          </a:p>
        </p:txBody>
      </p:sp>
    </p:spTree>
    <p:extLst>
      <p:ext uri="{BB962C8B-B14F-4D97-AF65-F5344CB8AC3E}">
        <p14:creationId xmlns:p14="http://schemas.microsoft.com/office/powerpoint/2010/main" val="30992078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3DA77-1292-937B-41DA-BF443862C764}"/>
              </a:ext>
            </a:extLst>
          </p:cNvPr>
          <p:cNvSpPr>
            <a:spLocks noGrp="1"/>
          </p:cNvSpPr>
          <p:nvPr>
            <p:ph type="title"/>
          </p:nvPr>
        </p:nvSpPr>
        <p:spPr>
          <a:xfrm>
            <a:off x="919119" y="171061"/>
            <a:ext cx="10353761" cy="864637"/>
          </a:xfrm>
        </p:spPr>
        <p:txBody>
          <a:bodyPr/>
          <a:lstStyle/>
          <a:p>
            <a:r>
              <a:rPr lang="en-US" dirty="0"/>
              <a:t>Key concepts of ethical hacking</a:t>
            </a:r>
            <a:endParaRPr lang="en-IN" dirty="0"/>
          </a:p>
        </p:txBody>
      </p:sp>
      <p:sp>
        <p:nvSpPr>
          <p:cNvPr id="3" name="Content Placeholder 2">
            <a:extLst>
              <a:ext uri="{FF2B5EF4-FFF2-40B4-BE49-F238E27FC236}">
                <a16:creationId xmlns:a16="http://schemas.microsoft.com/office/drawing/2014/main" id="{82A6AE6E-F03B-1BAF-C200-36C0DFDE08A3}"/>
              </a:ext>
            </a:extLst>
          </p:cNvPr>
          <p:cNvSpPr>
            <a:spLocks noGrp="1"/>
          </p:cNvSpPr>
          <p:nvPr>
            <p:ph idx="1"/>
          </p:nvPr>
        </p:nvSpPr>
        <p:spPr>
          <a:xfrm>
            <a:off x="848480" y="1156996"/>
            <a:ext cx="10353762" cy="4119572"/>
          </a:xfrm>
        </p:spPr>
        <p:txBody>
          <a:bodyPr>
            <a:noAutofit/>
          </a:bodyPr>
          <a:lstStyle/>
          <a:p>
            <a:pPr algn="just"/>
            <a:r>
              <a:rPr lang="en-US" sz="2400" dirty="0"/>
              <a:t>Hacking experts follow four key protocol concepts:</a:t>
            </a:r>
          </a:p>
          <a:p>
            <a:pPr lvl="1" algn="just"/>
            <a:r>
              <a:rPr lang="en-US" sz="2200" dirty="0"/>
              <a:t>Stay legal. Obtain proper approval before accessing and performing a security assessment.</a:t>
            </a:r>
          </a:p>
          <a:p>
            <a:pPr lvl="1" algn="just"/>
            <a:r>
              <a:rPr lang="en-US" sz="2200" dirty="0"/>
              <a:t>Define the scope. Determine the scope of the assessment so that the ethical hacker’s work remains legal and within the organization’s approved boundaries.</a:t>
            </a:r>
          </a:p>
          <a:p>
            <a:pPr lvl="1" algn="just"/>
            <a:r>
              <a:rPr lang="en-US" sz="2200" dirty="0"/>
              <a:t>Report vulnerabilities. Notify the organization of all vulnerabilities discovered during the assessment. Provide remediation advice for resolving these vulnerabilities.</a:t>
            </a:r>
          </a:p>
          <a:p>
            <a:pPr lvl="1" algn="just"/>
            <a:r>
              <a:rPr lang="en-US" sz="2200" dirty="0"/>
              <a:t>Respect data sensitivity. Depending on the data sensitivity, ethical hackers may have to agree to a non-disclosure agreement, in addition to other terms and conditions required by the assessed organization. </a:t>
            </a:r>
            <a:endParaRPr lang="en-IN" sz="2200" dirty="0"/>
          </a:p>
        </p:txBody>
      </p:sp>
    </p:spTree>
    <p:extLst>
      <p:ext uri="{BB962C8B-B14F-4D97-AF65-F5344CB8AC3E}">
        <p14:creationId xmlns:p14="http://schemas.microsoft.com/office/powerpoint/2010/main" val="20443910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917E1-2D56-A332-9627-623AD278BFD2}"/>
              </a:ext>
            </a:extLst>
          </p:cNvPr>
          <p:cNvSpPr>
            <a:spLocks noGrp="1"/>
          </p:cNvSpPr>
          <p:nvPr>
            <p:ph type="title"/>
          </p:nvPr>
        </p:nvSpPr>
        <p:spPr/>
        <p:txBody>
          <a:bodyPr/>
          <a:lstStyle/>
          <a:p>
            <a:r>
              <a:rPr lang="en-US" dirty="0"/>
              <a:t>How are ethical hackers different than malicious hackers?</a:t>
            </a:r>
            <a:endParaRPr lang="en-IN" dirty="0"/>
          </a:p>
        </p:txBody>
      </p:sp>
      <p:sp>
        <p:nvSpPr>
          <p:cNvPr id="3" name="Content Placeholder 2">
            <a:extLst>
              <a:ext uri="{FF2B5EF4-FFF2-40B4-BE49-F238E27FC236}">
                <a16:creationId xmlns:a16="http://schemas.microsoft.com/office/drawing/2014/main" id="{60B970C5-9A82-9E11-D8F3-4CE7C0274394}"/>
              </a:ext>
            </a:extLst>
          </p:cNvPr>
          <p:cNvSpPr>
            <a:spLocks noGrp="1"/>
          </p:cNvSpPr>
          <p:nvPr>
            <p:ph idx="1"/>
          </p:nvPr>
        </p:nvSpPr>
        <p:spPr/>
        <p:txBody>
          <a:bodyPr>
            <a:noAutofit/>
          </a:bodyPr>
          <a:lstStyle/>
          <a:p>
            <a:pPr algn="just"/>
            <a:r>
              <a:rPr lang="en-US" sz="2400" dirty="0"/>
              <a:t>Ethical hackers use their knowledge to secure and improve the technology of organizations.</a:t>
            </a:r>
          </a:p>
          <a:p>
            <a:pPr algn="just"/>
            <a:r>
              <a:rPr lang="en-US" sz="2400" dirty="0"/>
              <a:t> They provide an essential service to these organizations by looking for vulnerabilities that can lead to a security breach.</a:t>
            </a:r>
          </a:p>
          <a:p>
            <a:pPr algn="just"/>
            <a:r>
              <a:rPr lang="en-US" sz="2400" dirty="0"/>
              <a:t>An ethical hacker reports the identified vulnerabilities to the organization.</a:t>
            </a:r>
          </a:p>
          <a:p>
            <a:pPr algn="just"/>
            <a:r>
              <a:rPr lang="en-US" sz="2400" dirty="0"/>
              <a:t>Additionally, they provide remediation advice.</a:t>
            </a:r>
          </a:p>
          <a:p>
            <a:pPr algn="just"/>
            <a:r>
              <a:rPr lang="en-US" sz="2400" dirty="0"/>
              <a:t>In many cases, with the organization’s consent, the ethical hacker performs a re-test to ensure the vulnerabilities are fully resolved. </a:t>
            </a:r>
            <a:endParaRPr lang="en-IN" sz="2400" dirty="0"/>
          </a:p>
        </p:txBody>
      </p:sp>
    </p:spTree>
    <p:extLst>
      <p:ext uri="{BB962C8B-B14F-4D97-AF65-F5344CB8AC3E}">
        <p14:creationId xmlns:p14="http://schemas.microsoft.com/office/powerpoint/2010/main" val="8763428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FB2A3-AF28-49FA-BB05-2547C7B963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DBF634-3FDB-6EB3-088F-B8C231311A09}"/>
              </a:ext>
            </a:extLst>
          </p:cNvPr>
          <p:cNvSpPr>
            <a:spLocks noGrp="1"/>
          </p:cNvSpPr>
          <p:nvPr>
            <p:ph idx="1"/>
          </p:nvPr>
        </p:nvSpPr>
        <p:spPr/>
        <p:txBody>
          <a:bodyPr>
            <a:noAutofit/>
          </a:bodyPr>
          <a:lstStyle/>
          <a:p>
            <a:pPr algn="just"/>
            <a:r>
              <a:rPr lang="en-US" sz="2400" dirty="0"/>
              <a:t>Malicious hackers intend to gain unauthorized access to a resource (the more sensitive the better) for financial gain or personal recognition.</a:t>
            </a:r>
          </a:p>
          <a:p>
            <a:pPr algn="just"/>
            <a:r>
              <a:rPr lang="en-US" sz="2400" dirty="0"/>
              <a:t>Some malicious hackers deface websites or crash backend servers for fun, reputation damage, or to cause financial loss.</a:t>
            </a:r>
          </a:p>
          <a:p>
            <a:pPr algn="just"/>
            <a:r>
              <a:rPr lang="en-US" sz="2400" dirty="0"/>
              <a:t>The methods used and vulnerabilities found remain unreported.</a:t>
            </a:r>
          </a:p>
          <a:p>
            <a:pPr algn="just"/>
            <a:r>
              <a:rPr lang="en-US" sz="2400" dirty="0"/>
              <a:t>They aren’t concerned with improving the organizations security posture. </a:t>
            </a:r>
            <a:endParaRPr lang="en-IN" sz="2400" dirty="0"/>
          </a:p>
        </p:txBody>
      </p:sp>
    </p:spTree>
    <p:extLst>
      <p:ext uri="{BB962C8B-B14F-4D97-AF65-F5344CB8AC3E}">
        <p14:creationId xmlns:p14="http://schemas.microsoft.com/office/powerpoint/2010/main" val="5461602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BFB1D-951B-211A-D1F2-724FC0805460}"/>
              </a:ext>
            </a:extLst>
          </p:cNvPr>
          <p:cNvSpPr>
            <a:spLocks noGrp="1"/>
          </p:cNvSpPr>
          <p:nvPr>
            <p:ph type="title"/>
          </p:nvPr>
        </p:nvSpPr>
        <p:spPr/>
        <p:txBody>
          <a:bodyPr/>
          <a:lstStyle/>
          <a:p>
            <a:r>
              <a:rPr lang="en-US" dirty="0"/>
              <a:t>Skills and certifications an ethical hacker should obtain</a:t>
            </a:r>
            <a:endParaRPr lang="en-IN" dirty="0"/>
          </a:p>
        </p:txBody>
      </p:sp>
      <p:sp>
        <p:nvSpPr>
          <p:cNvPr id="3" name="Content Placeholder 2">
            <a:extLst>
              <a:ext uri="{FF2B5EF4-FFF2-40B4-BE49-F238E27FC236}">
                <a16:creationId xmlns:a16="http://schemas.microsoft.com/office/drawing/2014/main" id="{57E15E1B-A655-F708-2B26-671853A5C84D}"/>
              </a:ext>
            </a:extLst>
          </p:cNvPr>
          <p:cNvSpPr>
            <a:spLocks noGrp="1"/>
          </p:cNvSpPr>
          <p:nvPr>
            <p:ph idx="1"/>
          </p:nvPr>
        </p:nvSpPr>
        <p:spPr>
          <a:xfrm>
            <a:off x="913794" y="1806815"/>
            <a:ext cx="10353762" cy="3695136"/>
          </a:xfrm>
        </p:spPr>
        <p:txBody>
          <a:bodyPr>
            <a:noAutofit/>
          </a:bodyPr>
          <a:lstStyle/>
          <a:p>
            <a:r>
              <a:rPr lang="en-US" sz="2400" dirty="0"/>
              <a:t>All ethical hackers should have:</a:t>
            </a:r>
          </a:p>
          <a:p>
            <a:pPr lvl="1"/>
            <a:r>
              <a:rPr lang="en-US" sz="2200" dirty="0"/>
              <a:t>Expertise in scripting languages.</a:t>
            </a:r>
          </a:p>
          <a:p>
            <a:pPr lvl="1"/>
            <a:r>
              <a:rPr lang="en-US" sz="2200" dirty="0"/>
              <a:t>Proficiency in operating systems.</a:t>
            </a:r>
          </a:p>
          <a:p>
            <a:pPr lvl="1"/>
            <a:r>
              <a:rPr lang="en-US" sz="2200" dirty="0"/>
              <a:t>A thorough knowledge of networking.</a:t>
            </a:r>
          </a:p>
          <a:p>
            <a:pPr lvl="1"/>
            <a:r>
              <a:rPr lang="en-US" sz="2200" dirty="0"/>
              <a:t>A solid foundation in the principles of information security.</a:t>
            </a:r>
          </a:p>
          <a:p>
            <a:r>
              <a:rPr lang="en-US" sz="2400" dirty="0"/>
              <a:t>Some of the most well-known and acquired certifications include:</a:t>
            </a:r>
          </a:p>
          <a:p>
            <a:pPr lvl="1"/>
            <a:r>
              <a:rPr lang="en-US" sz="2200" dirty="0"/>
              <a:t>EC Council: Certified Ethical Hacking Certification</a:t>
            </a:r>
          </a:p>
          <a:p>
            <a:pPr lvl="1"/>
            <a:r>
              <a:rPr lang="en-US" sz="2200" dirty="0"/>
              <a:t>Offensive Security Certified Professional (OSCP) Certification</a:t>
            </a:r>
          </a:p>
          <a:p>
            <a:pPr lvl="1"/>
            <a:r>
              <a:rPr lang="en-US" sz="2200" dirty="0"/>
              <a:t>CompTIA Security+</a:t>
            </a:r>
          </a:p>
          <a:p>
            <a:pPr lvl="1"/>
            <a:r>
              <a:rPr lang="en-US" sz="2200" dirty="0"/>
              <a:t>Cisco’s CCNA Security, </a:t>
            </a:r>
            <a:r>
              <a:rPr lang="en-US" sz="2200" dirty="0" err="1"/>
              <a:t>etc</a:t>
            </a:r>
            <a:endParaRPr lang="en-IN" sz="2200" dirty="0"/>
          </a:p>
        </p:txBody>
      </p:sp>
    </p:spTree>
    <p:extLst>
      <p:ext uri="{BB962C8B-B14F-4D97-AF65-F5344CB8AC3E}">
        <p14:creationId xmlns:p14="http://schemas.microsoft.com/office/powerpoint/2010/main" val="9592391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42E0B-3747-D741-74D2-24452A161035}"/>
              </a:ext>
            </a:extLst>
          </p:cNvPr>
          <p:cNvSpPr>
            <a:spLocks noGrp="1"/>
          </p:cNvSpPr>
          <p:nvPr>
            <p:ph type="title"/>
          </p:nvPr>
        </p:nvSpPr>
        <p:spPr/>
        <p:txBody>
          <a:bodyPr/>
          <a:lstStyle/>
          <a:p>
            <a:r>
              <a:rPr lang="en-US" dirty="0"/>
              <a:t>Problems that does hacking identify. </a:t>
            </a:r>
            <a:endParaRPr lang="en-IN" dirty="0"/>
          </a:p>
        </p:txBody>
      </p:sp>
      <p:sp>
        <p:nvSpPr>
          <p:cNvPr id="3" name="Content Placeholder 2">
            <a:extLst>
              <a:ext uri="{FF2B5EF4-FFF2-40B4-BE49-F238E27FC236}">
                <a16:creationId xmlns:a16="http://schemas.microsoft.com/office/drawing/2014/main" id="{D1404413-07A0-10E8-6E72-D330583EC458}"/>
              </a:ext>
            </a:extLst>
          </p:cNvPr>
          <p:cNvSpPr>
            <a:spLocks noGrp="1"/>
          </p:cNvSpPr>
          <p:nvPr>
            <p:ph idx="1"/>
          </p:nvPr>
        </p:nvSpPr>
        <p:spPr>
          <a:xfrm>
            <a:off x="923126" y="2096064"/>
            <a:ext cx="10353762" cy="3695136"/>
          </a:xfrm>
        </p:spPr>
        <p:txBody>
          <a:bodyPr>
            <a:noAutofit/>
          </a:bodyPr>
          <a:lstStyle/>
          <a:p>
            <a:pPr marL="0" indent="0" algn="just">
              <a:buNone/>
            </a:pPr>
            <a:r>
              <a:rPr lang="en-US" sz="2400" dirty="0"/>
              <a:t>While assessing the security of an organization’s IT asset(s), ethical hacking aims to mimic an attacker.</a:t>
            </a:r>
          </a:p>
          <a:p>
            <a:pPr algn="just"/>
            <a:r>
              <a:rPr lang="en-US" sz="2400" dirty="0"/>
              <a:t>Once the ethical hacker gathers enough information, they use it to look for vulnerabilities against the asset. They perform this assessment with a combination of automated and manual testing.</a:t>
            </a:r>
          </a:p>
          <a:p>
            <a:pPr algn="just"/>
            <a:r>
              <a:rPr lang="en-US" sz="2400" dirty="0"/>
              <a:t>Even sophisticated systems may have complex countermeasure technologies which may be vulnerable.</a:t>
            </a:r>
          </a:p>
          <a:p>
            <a:pPr algn="just"/>
            <a:r>
              <a:rPr lang="en-US" sz="2400" dirty="0"/>
              <a:t>They don’t stop at uncovering vulnerabilities. Ethical hackers use exploits against the vulnerabilities to prove how a malicious attacker could exploit it.</a:t>
            </a:r>
            <a:endParaRPr lang="en-IN" sz="2400" dirty="0"/>
          </a:p>
        </p:txBody>
      </p:sp>
    </p:spTree>
    <p:extLst>
      <p:ext uri="{BB962C8B-B14F-4D97-AF65-F5344CB8AC3E}">
        <p14:creationId xmlns:p14="http://schemas.microsoft.com/office/powerpoint/2010/main" val="17825493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92E49C-1407-A0FA-A44D-51F60C64AFB6}"/>
              </a:ext>
            </a:extLst>
          </p:cNvPr>
          <p:cNvSpPr>
            <a:spLocks noGrp="1"/>
          </p:cNvSpPr>
          <p:nvPr>
            <p:ph idx="1"/>
          </p:nvPr>
        </p:nvSpPr>
        <p:spPr>
          <a:xfrm>
            <a:off x="848480" y="948398"/>
            <a:ext cx="10353762" cy="3695136"/>
          </a:xfrm>
        </p:spPr>
        <p:txBody>
          <a:bodyPr>
            <a:noAutofit/>
          </a:bodyPr>
          <a:lstStyle/>
          <a:p>
            <a:r>
              <a:rPr lang="en-US" sz="2400" dirty="0"/>
              <a:t>Some of the most common vulnerabilities discovered by ethical hackers include:</a:t>
            </a:r>
          </a:p>
          <a:p>
            <a:pPr lvl="1"/>
            <a:r>
              <a:rPr lang="en-US" sz="2200" dirty="0"/>
              <a:t>Injection attacks</a:t>
            </a:r>
          </a:p>
          <a:p>
            <a:pPr lvl="1"/>
            <a:r>
              <a:rPr lang="en-US" sz="2200" dirty="0"/>
              <a:t>Broken authentication</a:t>
            </a:r>
          </a:p>
          <a:p>
            <a:pPr lvl="1"/>
            <a:r>
              <a:rPr lang="en-US" sz="2200" dirty="0"/>
              <a:t>Security misconfigurations</a:t>
            </a:r>
          </a:p>
          <a:p>
            <a:pPr lvl="1"/>
            <a:r>
              <a:rPr lang="en-US" sz="2200" dirty="0"/>
              <a:t>Use of components with known vulnerabilities</a:t>
            </a:r>
          </a:p>
          <a:p>
            <a:pPr lvl="1"/>
            <a:r>
              <a:rPr lang="en-US" sz="2200" dirty="0"/>
              <a:t>Sensitive data exposure</a:t>
            </a:r>
          </a:p>
          <a:p>
            <a:r>
              <a:rPr lang="en-US" sz="2400" dirty="0"/>
              <a:t>After the testing period, ethical hackers prepare a detailed report. </a:t>
            </a:r>
          </a:p>
          <a:p>
            <a:r>
              <a:rPr lang="en-US" sz="2400" dirty="0"/>
              <a:t>This documentation includes steps to compromise the discovered vulnerabilities and steps to patch or mitigate them.</a:t>
            </a:r>
            <a:endParaRPr lang="en-IN" sz="2400" dirty="0"/>
          </a:p>
        </p:txBody>
      </p:sp>
    </p:spTree>
    <p:extLst>
      <p:ext uri="{BB962C8B-B14F-4D97-AF65-F5344CB8AC3E}">
        <p14:creationId xmlns:p14="http://schemas.microsoft.com/office/powerpoint/2010/main" val="12042054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E1951-F8F8-F263-CF47-537B7995B1CE}"/>
              </a:ext>
            </a:extLst>
          </p:cNvPr>
          <p:cNvSpPr>
            <a:spLocks noGrp="1"/>
          </p:cNvSpPr>
          <p:nvPr>
            <p:ph type="title"/>
          </p:nvPr>
        </p:nvSpPr>
        <p:spPr/>
        <p:txBody>
          <a:bodyPr/>
          <a:lstStyle/>
          <a:p>
            <a:r>
              <a:rPr lang="en-IN" dirty="0"/>
              <a:t>Limitations of ethical hacking </a:t>
            </a:r>
          </a:p>
        </p:txBody>
      </p:sp>
      <p:sp>
        <p:nvSpPr>
          <p:cNvPr id="3" name="Content Placeholder 2">
            <a:extLst>
              <a:ext uri="{FF2B5EF4-FFF2-40B4-BE49-F238E27FC236}">
                <a16:creationId xmlns:a16="http://schemas.microsoft.com/office/drawing/2014/main" id="{5CDBDC2C-3BB7-C1C8-569D-87A7F3ED5D80}"/>
              </a:ext>
            </a:extLst>
          </p:cNvPr>
          <p:cNvSpPr>
            <a:spLocks noGrp="1"/>
          </p:cNvSpPr>
          <p:nvPr>
            <p:ph idx="1"/>
          </p:nvPr>
        </p:nvSpPr>
        <p:spPr/>
        <p:txBody>
          <a:bodyPr>
            <a:noAutofit/>
          </a:bodyPr>
          <a:lstStyle/>
          <a:p>
            <a:pPr algn="just"/>
            <a:r>
              <a:rPr lang="en-US" sz="2400" dirty="0"/>
              <a:t>Limited scope -Ethical hackers cannot progress beyond a defined scope to make an attack successful. However, it’s not unreasonable to discuss out of scope attack potential with the organization.</a:t>
            </a:r>
          </a:p>
          <a:p>
            <a:pPr algn="just"/>
            <a:r>
              <a:rPr lang="en-US" sz="2400" dirty="0"/>
              <a:t>Resource constraints- Malicious hackers don’t have time constraints that ethical hackers often face. Computing power and budget are additional constraints of ethical hackers.</a:t>
            </a:r>
          </a:p>
          <a:p>
            <a:pPr algn="just"/>
            <a:r>
              <a:rPr lang="en-US" sz="2400" dirty="0"/>
              <a:t>Restricted methods- Some organizations ask experts to avoid test cases that lead the servers to crash (e.g., Denial of Service (DoS) attacks). </a:t>
            </a:r>
            <a:endParaRPr lang="en-IN" sz="2400" dirty="0"/>
          </a:p>
        </p:txBody>
      </p:sp>
    </p:spTree>
    <p:extLst>
      <p:ext uri="{BB962C8B-B14F-4D97-AF65-F5344CB8AC3E}">
        <p14:creationId xmlns:p14="http://schemas.microsoft.com/office/powerpoint/2010/main" val="38348035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EB8F5-92C1-203C-362F-6062F45D63EB}"/>
              </a:ext>
            </a:extLst>
          </p:cNvPr>
          <p:cNvSpPr>
            <a:spLocks noGrp="1"/>
          </p:cNvSpPr>
          <p:nvPr>
            <p:ph type="title"/>
          </p:nvPr>
        </p:nvSpPr>
        <p:spPr>
          <a:xfrm>
            <a:off x="913794" y="320352"/>
            <a:ext cx="10353761" cy="575388"/>
          </a:xfrm>
        </p:spPr>
        <p:txBody>
          <a:bodyPr/>
          <a:lstStyle/>
          <a:p>
            <a:r>
              <a:rPr lang="en-US" dirty="0"/>
              <a:t>Service Development life cycle </a:t>
            </a:r>
            <a:endParaRPr lang="en-IN" dirty="0"/>
          </a:p>
        </p:txBody>
      </p:sp>
      <p:sp>
        <p:nvSpPr>
          <p:cNvPr id="3" name="Content Placeholder 2">
            <a:extLst>
              <a:ext uri="{FF2B5EF4-FFF2-40B4-BE49-F238E27FC236}">
                <a16:creationId xmlns:a16="http://schemas.microsoft.com/office/drawing/2014/main" id="{D59178A1-B7CE-1015-BB14-CE8462420126}"/>
              </a:ext>
            </a:extLst>
          </p:cNvPr>
          <p:cNvSpPr>
            <a:spLocks noGrp="1"/>
          </p:cNvSpPr>
          <p:nvPr>
            <p:ph idx="1"/>
          </p:nvPr>
        </p:nvSpPr>
        <p:spPr>
          <a:xfrm>
            <a:off x="913794" y="1203649"/>
            <a:ext cx="10936084" cy="4072919"/>
          </a:xfrm>
        </p:spPr>
        <p:txBody>
          <a:bodyPr>
            <a:noAutofit/>
          </a:bodyPr>
          <a:lstStyle/>
          <a:p>
            <a:pPr algn="just"/>
            <a:r>
              <a:rPr lang="en-US" sz="2400" dirty="0"/>
              <a:t>The Service Development Lifecycle (SDL) is a structured framework that ensures IT services are designed, delivered, and continuously improved to meet business needs. </a:t>
            </a:r>
          </a:p>
          <a:p>
            <a:pPr algn="just"/>
            <a:r>
              <a:rPr lang="en-US" sz="2400" dirty="0"/>
              <a:t>It typically follows the ITIL model with five stages: Service Strategy, Service Design, Service</a:t>
            </a:r>
          </a:p>
          <a:p>
            <a:pPr algn="just"/>
            <a:r>
              <a:rPr lang="en-US" sz="2400" dirty="0"/>
              <a:t>ITIL (Information Technology Infrastructure Library) is the world’s most widely adopted framework for IT Service Management (ITSM), providing best practices to align IT services with business needs. </a:t>
            </a:r>
          </a:p>
          <a:p>
            <a:pPr algn="just"/>
            <a:r>
              <a:rPr lang="en-US" sz="2400" dirty="0"/>
              <a:t>The latest version, ITIL 4, emphasizes agility, DevOps, and digital transformation. Transition, Service Operation, and Continual Service Improvement.</a:t>
            </a:r>
            <a:endParaRPr lang="en-IN" sz="2400" dirty="0"/>
          </a:p>
        </p:txBody>
      </p:sp>
    </p:spTree>
    <p:extLst>
      <p:ext uri="{BB962C8B-B14F-4D97-AF65-F5344CB8AC3E}">
        <p14:creationId xmlns:p14="http://schemas.microsoft.com/office/powerpoint/2010/main" val="31313595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58417-429E-6223-986C-15C10E5A983D}"/>
              </a:ext>
            </a:extLst>
          </p:cNvPr>
          <p:cNvSpPr>
            <a:spLocks noGrp="1"/>
          </p:cNvSpPr>
          <p:nvPr>
            <p:ph type="title"/>
          </p:nvPr>
        </p:nvSpPr>
        <p:spPr>
          <a:xfrm>
            <a:off x="606223" y="329681"/>
            <a:ext cx="10353761" cy="1326321"/>
          </a:xfrm>
        </p:spPr>
        <p:txBody>
          <a:bodyPr/>
          <a:lstStyle/>
          <a:p>
            <a:r>
              <a:rPr lang="en-US" sz="3600" dirty="0"/>
              <a:t>Stages of the Service Development Lifecycle</a:t>
            </a:r>
            <a:endParaRPr lang="en-IN" dirty="0"/>
          </a:p>
        </p:txBody>
      </p:sp>
      <p:pic>
        <p:nvPicPr>
          <p:cNvPr id="5" name="Content Placeholder 4">
            <a:extLst>
              <a:ext uri="{FF2B5EF4-FFF2-40B4-BE49-F238E27FC236}">
                <a16:creationId xmlns:a16="http://schemas.microsoft.com/office/drawing/2014/main" id="{1A70836E-F130-CA19-5662-2630284C38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8746" y="1754155"/>
            <a:ext cx="9214508" cy="5103845"/>
          </a:xfrm>
          <a:prstGeom prst="rect">
            <a:avLst/>
          </a:prstGeom>
        </p:spPr>
      </p:pic>
    </p:spTree>
    <p:extLst>
      <p:ext uri="{BB962C8B-B14F-4D97-AF65-F5344CB8AC3E}">
        <p14:creationId xmlns:p14="http://schemas.microsoft.com/office/powerpoint/2010/main" val="11422462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65C5E4-1DD2-43C8-4C52-A62BD38C5420}"/>
              </a:ext>
            </a:extLst>
          </p:cNvPr>
          <p:cNvSpPr>
            <a:spLocks noGrp="1"/>
          </p:cNvSpPr>
          <p:nvPr>
            <p:ph idx="1"/>
          </p:nvPr>
        </p:nvSpPr>
        <p:spPr>
          <a:xfrm>
            <a:off x="913795" y="550506"/>
            <a:ext cx="10353762" cy="5240694"/>
          </a:xfrm>
        </p:spPr>
        <p:txBody>
          <a:bodyPr>
            <a:normAutofit/>
          </a:bodyPr>
          <a:lstStyle/>
          <a:p>
            <a:pPr marL="0" indent="0">
              <a:buNone/>
            </a:pPr>
            <a:r>
              <a:rPr lang="en-US" sz="2400" dirty="0"/>
              <a:t>The Five Stages of the Service Development Lifecycle (ITIL Framework)</a:t>
            </a:r>
          </a:p>
          <a:p>
            <a:pPr marL="0" indent="0">
              <a:buNone/>
            </a:pPr>
            <a:r>
              <a:rPr lang="en-US" sz="2400" dirty="0"/>
              <a:t>1. </a:t>
            </a:r>
            <a:r>
              <a:rPr lang="en-US" sz="2400" b="1" dirty="0"/>
              <a:t>Service Strategy</a:t>
            </a:r>
            <a:endParaRPr lang="en-US" sz="2400" dirty="0"/>
          </a:p>
          <a:p>
            <a:r>
              <a:rPr lang="en-US" sz="2400" b="1" dirty="0"/>
              <a:t>Goal:</a:t>
            </a:r>
            <a:r>
              <a:rPr lang="en-US" sz="2400" dirty="0"/>
              <a:t> Define the business objectives and align IT services with organizational goals.</a:t>
            </a:r>
          </a:p>
          <a:p>
            <a:r>
              <a:rPr lang="en-US" sz="2400" b="1" dirty="0"/>
              <a:t>Key Activities:</a:t>
            </a:r>
            <a:endParaRPr lang="en-US" sz="2400" dirty="0"/>
          </a:p>
          <a:p>
            <a:pPr lvl="1"/>
            <a:r>
              <a:rPr lang="en-US" sz="2400" dirty="0"/>
              <a:t>Market analysis and demand management</a:t>
            </a:r>
          </a:p>
          <a:p>
            <a:pPr lvl="1"/>
            <a:r>
              <a:rPr lang="en-US" sz="2400" dirty="0"/>
              <a:t>Financial management for services</a:t>
            </a:r>
          </a:p>
          <a:p>
            <a:pPr lvl="1"/>
            <a:r>
              <a:rPr lang="en-US" sz="2400" dirty="0"/>
              <a:t>Service portfolio management</a:t>
            </a:r>
          </a:p>
          <a:p>
            <a:r>
              <a:rPr lang="en-US" sz="2400" b="1" dirty="0"/>
              <a:t>Outcome:</a:t>
            </a:r>
            <a:r>
              <a:rPr lang="en-US" sz="2400" dirty="0"/>
              <a:t> A clear strategy that ensures services deliver business value.</a:t>
            </a:r>
          </a:p>
          <a:p>
            <a:endParaRPr lang="en-IN" sz="2400" dirty="0"/>
          </a:p>
        </p:txBody>
      </p:sp>
    </p:spTree>
    <p:extLst>
      <p:ext uri="{BB962C8B-B14F-4D97-AF65-F5344CB8AC3E}">
        <p14:creationId xmlns:p14="http://schemas.microsoft.com/office/powerpoint/2010/main" val="17568000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B686F1-D97D-9292-07CB-20DADC218A50}"/>
              </a:ext>
            </a:extLst>
          </p:cNvPr>
          <p:cNvSpPr>
            <a:spLocks noGrp="1"/>
          </p:cNvSpPr>
          <p:nvPr>
            <p:ph idx="1"/>
          </p:nvPr>
        </p:nvSpPr>
        <p:spPr>
          <a:xfrm>
            <a:off x="919119" y="1069697"/>
            <a:ext cx="10353762" cy="3695136"/>
          </a:xfrm>
        </p:spPr>
        <p:txBody>
          <a:bodyPr>
            <a:noAutofit/>
          </a:bodyPr>
          <a:lstStyle/>
          <a:p>
            <a:pPr marL="0" indent="0">
              <a:buNone/>
            </a:pPr>
            <a:r>
              <a:rPr lang="en-US" sz="2400" dirty="0"/>
              <a:t>2. </a:t>
            </a:r>
            <a:r>
              <a:rPr lang="en-US" sz="2400" b="1" dirty="0"/>
              <a:t>Service Design</a:t>
            </a:r>
            <a:endParaRPr lang="en-US" sz="2400" dirty="0"/>
          </a:p>
          <a:p>
            <a:r>
              <a:rPr lang="en-US" sz="2400" b="1" dirty="0"/>
              <a:t>Goal:</a:t>
            </a:r>
            <a:r>
              <a:rPr lang="en-US" sz="2400" dirty="0"/>
              <a:t> Design services that meet business requirements and are cost-effective.</a:t>
            </a:r>
          </a:p>
          <a:p>
            <a:r>
              <a:rPr lang="en-US" sz="2400" b="1" dirty="0"/>
              <a:t>Key Activities:</a:t>
            </a:r>
            <a:endParaRPr lang="en-US" sz="2400" dirty="0"/>
          </a:p>
          <a:p>
            <a:pPr lvl="1"/>
            <a:r>
              <a:rPr lang="en-US" sz="2400" dirty="0"/>
              <a:t>Service catalog design</a:t>
            </a:r>
          </a:p>
          <a:p>
            <a:pPr lvl="1"/>
            <a:r>
              <a:rPr lang="en-US" sz="2400" dirty="0"/>
              <a:t>Capacity, availability, and continuity planning</a:t>
            </a:r>
          </a:p>
          <a:p>
            <a:pPr lvl="1"/>
            <a:r>
              <a:rPr lang="en-US" sz="2400" dirty="0"/>
              <a:t>Security and compliance considerations</a:t>
            </a:r>
          </a:p>
          <a:p>
            <a:r>
              <a:rPr lang="en-US" sz="2400" b="1" dirty="0"/>
              <a:t>Outcome:</a:t>
            </a:r>
            <a:r>
              <a:rPr lang="en-US" sz="2400" dirty="0"/>
              <a:t> Detailed service designs, including processes, technologies, and metrics.</a:t>
            </a:r>
          </a:p>
          <a:p>
            <a:endParaRPr lang="en-IN" sz="2400" dirty="0"/>
          </a:p>
        </p:txBody>
      </p:sp>
    </p:spTree>
    <p:extLst>
      <p:ext uri="{BB962C8B-B14F-4D97-AF65-F5344CB8AC3E}">
        <p14:creationId xmlns:p14="http://schemas.microsoft.com/office/powerpoint/2010/main" val="17811709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F45454-9EB0-72D8-9A7A-9ED5E795B16E}"/>
              </a:ext>
            </a:extLst>
          </p:cNvPr>
          <p:cNvSpPr>
            <a:spLocks noGrp="1"/>
          </p:cNvSpPr>
          <p:nvPr>
            <p:ph idx="1"/>
          </p:nvPr>
        </p:nvSpPr>
        <p:spPr>
          <a:xfrm>
            <a:off x="997770" y="1377607"/>
            <a:ext cx="10353762" cy="3695136"/>
          </a:xfrm>
        </p:spPr>
        <p:txBody>
          <a:bodyPr>
            <a:noAutofit/>
          </a:bodyPr>
          <a:lstStyle/>
          <a:p>
            <a:pPr marL="0" indent="0">
              <a:buNone/>
            </a:pPr>
            <a:r>
              <a:rPr lang="en-US" sz="2400" dirty="0"/>
              <a:t>3. </a:t>
            </a:r>
            <a:r>
              <a:rPr lang="en-US" sz="2400" b="1" dirty="0"/>
              <a:t>Service Transition</a:t>
            </a:r>
            <a:endParaRPr lang="en-US" sz="2400" dirty="0"/>
          </a:p>
          <a:p>
            <a:r>
              <a:rPr lang="en-US" sz="2400" b="1" dirty="0"/>
              <a:t>Goal:</a:t>
            </a:r>
            <a:r>
              <a:rPr lang="en-US" sz="2400" dirty="0"/>
              <a:t> Move services from design into live operation smoothly.</a:t>
            </a:r>
          </a:p>
          <a:p>
            <a:r>
              <a:rPr lang="en-US" sz="2400" b="1" dirty="0"/>
              <a:t>Key Activities:</a:t>
            </a:r>
            <a:endParaRPr lang="en-US" sz="2400" dirty="0"/>
          </a:p>
          <a:p>
            <a:pPr lvl="1"/>
            <a:r>
              <a:rPr lang="en-US" sz="2400" dirty="0"/>
              <a:t>Change management</a:t>
            </a:r>
          </a:p>
          <a:p>
            <a:pPr lvl="1"/>
            <a:r>
              <a:rPr lang="en-US" sz="2400" dirty="0"/>
              <a:t>Release and deployment management</a:t>
            </a:r>
          </a:p>
          <a:p>
            <a:pPr lvl="1"/>
            <a:r>
              <a:rPr lang="en-US" sz="2400" dirty="0"/>
              <a:t>Knowledge management</a:t>
            </a:r>
          </a:p>
          <a:p>
            <a:r>
              <a:rPr lang="en-US" sz="2400" b="1" dirty="0"/>
              <a:t>Outcome:</a:t>
            </a:r>
            <a:r>
              <a:rPr lang="en-US" sz="2400" dirty="0"/>
              <a:t> Services are tested, validated, and deployed with minimal disruption.</a:t>
            </a:r>
          </a:p>
          <a:p>
            <a:endParaRPr lang="en-IN" sz="2400" dirty="0"/>
          </a:p>
        </p:txBody>
      </p:sp>
    </p:spTree>
    <p:extLst>
      <p:ext uri="{BB962C8B-B14F-4D97-AF65-F5344CB8AC3E}">
        <p14:creationId xmlns:p14="http://schemas.microsoft.com/office/powerpoint/2010/main" val="31886269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37A9D-282D-8238-44F4-12BFBD2B81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7DCB4B6-DAD8-B8E5-6494-97A1755FAD9E}"/>
              </a:ext>
            </a:extLst>
          </p:cNvPr>
          <p:cNvSpPr>
            <a:spLocks noGrp="1"/>
          </p:cNvSpPr>
          <p:nvPr>
            <p:ph idx="1"/>
          </p:nvPr>
        </p:nvSpPr>
        <p:spPr/>
        <p:txBody>
          <a:bodyPr>
            <a:noAutofit/>
          </a:bodyPr>
          <a:lstStyle/>
          <a:p>
            <a:pPr marL="0" indent="0">
              <a:buNone/>
            </a:pPr>
            <a:r>
              <a:rPr lang="en-US" sz="2400" dirty="0"/>
              <a:t>4. </a:t>
            </a:r>
            <a:r>
              <a:rPr lang="en-US" sz="2400" b="1" dirty="0"/>
              <a:t>Service Operation</a:t>
            </a:r>
            <a:endParaRPr lang="en-US" sz="2400" dirty="0"/>
          </a:p>
          <a:p>
            <a:r>
              <a:rPr lang="en-US" sz="2400" b="1" dirty="0"/>
              <a:t>Goal:</a:t>
            </a:r>
            <a:r>
              <a:rPr lang="en-US" sz="2400" dirty="0"/>
              <a:t> Ensure services are delivered effectively and efficiently.</a:t>
            </a:r>
          </a:p>
          <a:p>
            <a:r>
              <a:rPr lang="en-US" sz="2400" b="1" dirty="0"/>
              <a:t>Key Activities:</a:t>
            </a:r>
            <a:endParaRPr lang="en-US" sz="2400" dirty="0"/>
          </a:p>
          <a:p>
            <a:pPr lvl="1"/>
            <a:r>
              <a:rPr lang="en-US" sz="2400" dirty="0"/>
              <a:t>Incident management (resolving issues quickly)</a:t>
            </a:r>
          </a:p>
          <a:p>
            <a:pPr lvl="1"/>
            <a:r>
              <a:rPr lang="en-US" sz="2400" dirty="0"/>
              <a:t>Problem management (preventing recurring issues)</a:t>
            </a:r>
          </a:p>
          <a:p>
            <a:pPr lvl="1"/>
            <a:r>
              <a:rPr lang="en-US" sz="2400" dirty="0"/>
              <a:t>Event and access management</a:t>
            </a:r>
          </a:p>
          <a:p>
            <a:r>
              <a:rPr lang="en-US" sz="2400" b="1" dirty="0"/>
              <a:t>Outcome:</a:t>
            </a:r>
            <a:r>
              <a:rPr lang="en-US" sz="2400" dirty="0"/>
              <a:t> Stable, reliable service delivery with continuous monitoring.</a:t>
            </a:r>
          </a:p>
          <a:p>
            <a:endParaRPr lang="en-IN" sz="2400" dirty="0"/>
          </a:p>
        </p:txBody>
      </p:sp>
    </p:spTree>
    <p:extLst>
      <p:ext uri="{BB962C8B-B14F-4D97-AF65-F5344CB8AC3E}">
        <p14:creationId xmlns:p14="http://schemas.microsoft.com/office/powerpoint/2010/main" val="5177436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F3FB56-4C0D-3354-FEB9-6C91B7E1C61D}"/>
              </a:ext>
            </a:extLst>
          </p:cNvPr>
          <p:cNvSpPr>
            <a:spLocks noGrp="1"/>
          </p:cNvSpPr>
          <p:nvPr>
            <p:ph idx="1"/>
          </p:nvPr>
        </p:nvSpPr>
        <p:spPr>
          <a:xfrm>
            <a:off x="919119" y="1489575"/>
            <a:ext cx="10353762" cy="3695136"/>
          </a:xfrm>
        </p:spPr>
        <p:txBody>
          <a:bodyPr>
            <a:noAutofit/>
          </a:bodyPr>
          <a:lstStyle/>
          <a:p>
            <a:pPr marL="0" indent="0">
              <a:buNone/>
            </a:pPr>
            <a:r>
              <a:rPr lang="en-US" sz="2400" dirty="0"/>
              <a:t>5. </a:t>
            </a:r>
            <a:r>
              <a:rPr lang="en-US" sz="2400" b="1" dirty="0"/>
              <a:t>Continual Service Improvement (CSI)</a:t>
            </a:r>
            <a:endParaRPr lang="en-US" sz="2400" dirty="0"/>
          </a:p>
          <a:p>
            <a:r>
              <a:rPr lang="en-US" sz="2400" b="1" dirty="0"/>
              <a:t>Goal:</a:t>
            </a:r>
            <a:r>
              <a:rPr lang="en-US" sz="2400" dirty="0"/>
              <a:t> Identify opportunities to improve services and processes.</a:t>
            </a:r>
          </a:p>
          <a:p>
            <a:r>
              <a:rPr lang="en-US" sz="2400" b="1" dirty="0"/>
              <a:t>Key Activities:</a:t>
            </a:r>
            <a:endParaRPr lang="en-US" sz="2400" dirty="0"/>
          </a:p>
          <a:p>
            <a:pPr lvl="1"/>
            <a:r>
              <a:rPr lang="en-US" sz="2400" dirty="0"/>
              <a:t>Performance measurement and reporting</a:t>
            </a:r>
          </a:p>
          <a:p>
            <a:pPr lvl="1"/>
            <a:r>
              <a:rPr lang="en-US" sz="2400" dirty="0"/>
              <a:t>Root cause analysis of failures</a:t>
            </a:r>
          </a:p>
          <a:p>
            <a:pPr lvl="1"/>
            <a:r>
              <a:rPr lang="en-US" sz="2400" dirty="0"/>
              <a:t>Implementing improvements based on feedback</a:t>
            </a:r>
          </a:p>
          <a:p>
            <a:r>
              <a:rPr lang="en-US" sz="2400" b="1" dirty="0"/>
              <a:t>Outcome:</a:t>
            </a:r>
            <a:r>
              <a:rPr lang="en-US" sz="2400" dirty="0"/>
              <a:t> Services evolve to remain aligned with changing business needs.</a:t>
            </a:r>
          </a:p>
          <a:p>
            <a:pPr marL="0" indent="0">
              <a:buNone/>
            </a:pPr>
            <a:endParaRPr lang="en-IN" sz="2400" dirty="0"/>
          </a:p>
        </p:txBody>
      </p:sp>
    </p:spTree>
    <p:extLst>
      <p:ext uri="{BB962C8B-B14F-4D97-AF65-F5344CB8AC3E}">
        <p14:creationId xmlns:p14="http://schemas.microsoft.com/office/powerpoint/2010/main" val="15409556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FC3E-8F85-FB08-7C8B-67E139B76FE6}"/>
              </a:ext>
            </a:extLst>
          </p:cNvPr>
          <p:cNvSpPr>
            <a:spLocks noGrp="1"/>
          </p:cNvSpPr>
          <p:nvPr>
            <p:ph type="title"/>
          </p:nvPr>
        </p:nvSpPr>
        <p:spPr/>
        <p:txBody>
          <a:bodyPr/>
          <a:lstStyle/>
          <a:p>
            <a:r>
              <a:rPr lang="en-US" dirty="0"/>
              <a:t>Security development lifecycle</a:t>
            </a:r>
            <a:endParaRPr lang="en-IN" dirty="0"/>
          </a:p>
        </p:txBody>
      </p:sp>
      <p:sp>
        <p:nvSpPr>
          <p:cNvPr id="3" name="Content Placeholder 2">
            <a:extLst>
              <a:ext uri="{FF2B5EF4-FFF2-40B4-BE49-F238E27FC236}">
                <a16:creationId xmlns:a16="http://schemas.microsoft.com/office/drawing/2014/main" id="{D78B4069-8F8B-3B5A-6B95-CFC03DE1ACEB}"/>
              </a:ext>
            </a:extLst>
          </p:cNvPr>
          <p:cNvSpPr>
            <a:spLocks noGrp="1"/>
          </p:cNvSpPr>
          <p:nvPr>
            <p:ph idx="1"/>
          </p:nvPr>
        </p:nvSpPr>
        <p:spPr/>
        <p:txBody>
          <a:bodyPr>
            <a:normAutofit/>
          </a:bodyPr>
          <a:lstStyle/>
          <a:p>
            <a:pPr algn="just"/>
            <a:r>
              <a:rPr lang="en-US" sz="2400" dirty="0"/>
              <a:t>The Security Development Lifecycle (SDL) is a structured process that integrates security into every phase of software development, ensuring vulnerabilities are identified and mitigated early rather than after deployment. </a:t>
            </a:r>
          </a:p>
          <a:p>
            <a:pPr algn="just"/>
            <a:r>
              <a:rPr lang="en-US" sz="2400" dirty="0"/>
              <a:t>It is widely used by organizations (notably Microsoft) to embed security into DevOps and modern software practices.</a:t>
            </a:r>
          </a:p>
          <a:p>
            <a:pPr algn="just"/>
            <a:r>
              <a:rPr lang="en-US" sz="2400" dirty="0"/>
              <a:t>Scope: Applies to all development models—waterfall, agile, DevOps. </a:t>
            </a:r>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6101843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6912A-2944-FF6C-C404-78AB0E4B83FB}"/>
              </a:ext>
            </a:extLst>
          </p:cNvPr>
          <p:cNvSpPr>
            <a:spLocks noGrp="1"/>
          </p:cNvSpPr>
          <p:nvPr>
            <p:ph type="title"/>
          </p:nvPr>
        </p:nvSpPr>
        <p:spPr>
          <a:xfrm>
            <a:off x="919119" y="160357"/>
            <a:ext cx="10353761" cy="1326321"/>
          </a:xfrm>
        </p:spPr>
        <p:txBody>
          <a:bodyPr/>
          <a:lstStyle/>
          <a:p>
            <a:r>
              <a:rPr lang="en-US" dirty="0"/>
              <a:t>What are the Microsoft SDL practices? </a:t>
            </a:r>
            <a:endParaRPr lang="en-IN" dirty="0"/>
          </a:p>
        </p:txBody>
      </p:sp>
      <p:sp>
        <p:nvSpPr>
          <p:cNvPr id="3" name="Content Placeholder 2">
            <a:extLst>
              <a:ext uri="{FF2B5EF4-FFF2-40B4-BE49-F238E27FC236}">
                <a16:creationId xmlns:a16="http://schemas.microsoft.com/office/drawing/2014/main" id="{21671D7D-0966-6EDA-521F-C0326A7F0E7C}"/>
              </a:ext>
            </a:extLst>
          </p:cNvPr>
          <p:cNvSpPr>
            <a:spLocks noGrp="1"/>
          </p:cNvSpPr>
          <p:nvPr>
            <p:ph idx="1"/>
          </p:nvPr>
        </p:nvSpPr>
        <p:spPr>
          <a:xfrm>
            <a:off x="755173" y="1396267"/>
            <a:ext cx="11029389" cy="3695136"/>
          </a:xfrm>
        </p:spPr>
        <p:txBody>
          <a:bodyPr>
            <a:noAutofit/>
          </a:bodyPr>
          <a:lstStyle/>
          <a:p>
            <a:pPr marL="457200" indent="-457200" algn="just">
              <a:buAutoNum type="arabicParenR"/>
            </a:pPr>
            <a:r>
              <a:rPr lang="en-US" sz="2400" dirty="0"/>
              <a:t>Provide Training - Ensure everyone understands security best practices. </a:t>
            </a:r>
          </a:p>
          <a:p>
            <a:pPr marL="457200" indent="-457200" algn="just">
              <a:buAutoNum type="arabicParenR"/>
            </a:pPr>
            <a:r>
              <a:rPr lang="en-US" sz="2400" dirty="0"/>
              <a:t>Define Security Requirements - Continually update security requirements to reflect changes in functionality and to the regulatory and threat landscape. </a:t>
            </a:r>
          </a:p>
          <a:p>
            <a:pPr marL="457200" indent="-457200" algn="just">
              <a:buAutoNum type="arabicParenR"/>
            </a:pPr>
            <a:r>
              <a:rPr lang="en-US" sz="2400" dirty="0"/>
              <a:t>Define Metrics and Compliance Reporting-Identify the minimum acceptable levels of security quality and how engineering teams will be held accountable. </a:t>
            </a:r>
          </a:p>
          <a:p>
            <a:pPr marL="457200" indent="-457200" algn="just">
              <a:buAutoNum type="arabicParenR"/>
            </a:pPr>
            <a:r>
              <a:rPr lang="en-US" sz="2400" dirty="0"/>
              <a:t>Perform Threat Modeling- Use threat modeling to identify security vulnerabilities, determine risk, and identify mitigations. </a:t>
            </a:r>
          </a:p>
          <a:p>
            <a:pPr marL="457200" indent="-457200" algn="just">
              <a:buAutoNum type="arabicParenR"/>
            </a:pPr>
            <a:r>
              <a:rPr lang="en-US" sz="2400" dirty="0"/>
              <a:t>Establish Design Requirements- Define standard security features that all engineers should use.</a:t>
            </a:r>
            <a:endParaRPr lang="en-IN" sz="2400" dirty="0"/>
          </a:p>
        </p:txBody>
      </p:sp>
    </p:spTree>
    <p:extLst>
      <p:ext uri="{BB962C8B-B14F-4D97-AF65-F5344CB8AC3E}">
        <p14:creationId xmlns:p14="http://schemas.microsoft.com/office/powerpoint/2010/main" val="34634661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31D250-5A5B-B197-EA96-A4C3A01C0296}"/>
              </a:ext>
            </a:extLst>
          </p:cNvPr>
          <p:cNvSpPr>
            <a:spLocks noGrp="1"/>
          </p:cNvSpPr>
          <p:nvPr>
            <p:ph idx="1"/>
          </p:nvPr>
        </p:nvSpPr>
        <p:spPr>
          <a:xfrm>
            <a:off x="773836" y="1321623"/>
            <a:ext cx="10329593" cy="3695136"/>
          </a:xfrm>
        </p:spPr>
        <p:txBody>
          <a:bodyPr>
            <a:noAutofit/>
          </a:bodyPr>
          <a:lstStyle/>
          <a:p>
            <a:pPr marL="0" indent="0" algn="just">
              <a:buNone/>
            </a:pPr>
            <a:r>
              <a:rPr lang="en-US" sz="2400" dirty="0"/>
              <a:t>6) Define and Use Cryptography Standards -Ensure the right cryptographic solutions are used to protect data. </a:t>
            </a:r>
          </a:p>
          <a:p>
            <a:pPr marL="0" indent="0" algn="just">
              <a:buNone/>
            </a:pPr>
            <a:r>
              <a:rPr lang="en-US" sz="2400" dirty="0"/>
              <a:t>7) Manage the Security Risk of Using Third-Party Components- Keep an inventory of third-party components and create a plan to evaluate reported vulnerabilities. </a:t>
            </a:r>
          </a:p>
          <a:p>
            <a:pPr marL="0" indent="0" algn="just">
              <a:buNone/>
            </a:pPr>
            <a:r>
              <a:rPr lang="en-US" sz="2400" dirty="0"/>
              <a:t>8) Use Approved Tools-Define and publish a list of approved tools and their associated security checks. </a:t>
            </a:r>
          </a:p>
          <a:p>
            <a:pPr marL="0" indent="0" algn="just">
              <a:buNone/>
            </a:pPr>
            <a:r>
              <a:rPr lang="en-US" sz="2400" dirty="0"/>
              <a:t>9) Perform Static Analysis Security Testing (SAST)-Analyze source code before compiling to validate the use of secure coding policies. </a:t>
            </a:r>
          </a:p>
        </p:txBody>
      </p:sp>
    </p:spTree>
    <p:extLst>
      <p:ext uri="{BB962C8B-B14F-4D97-AF65-F5344CB8AC3E}">
        <p14:creationId xmlns:p14="http://schemas.microsoft.com/office/powerpoint/2010/main" val="29710282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73AA5D-1036-8E0D-1CA0-D299AF7938C8}"/>
              </a:ext>
            </a:extLst>
          </p:cNvPr>
          <p:cNvSpPr>
            <a:spLocks noGrp="1"/>
          </p:cNvSpPr>
          <p:nvPr>
            <p:ph idx="1"/>
          </p:nvPr>
        </p:nvSpPr>
        <p:spPr>
          <a:xfrm>
            <a:off x="913794" y="1442921"/>
            <a:ext cx="10353762" cy="3695136"/>
          </a:xfrm>
        </p:spPr>
        <p:txBody>
          <a:bodyPr>
            <a:noAutofit/>
          </a:bodyPr>
          <a:lstStyle/>
          <a:p>
            <a:pPr marL="0" indent="0" algn="just">
              <a:buNone/>
            </a:pPr>
            <a:r>
              <a:rPr lang="en-US" sz="2400" dirty="0"/>
              <a:t>10)Perform Dynamic Analysis Security Testing (DAST)-Perform run-time verification of fully compiled software to test security of fully integrated and running code. </a:t>
            </a:r>
          </a:p>
          <a:p>
            <a:pPr marL="0" indent="0" algn="just">
              <a:buNone/>
            </a:pPr>
            <a:r>
              <a:rPr lang="en-US" sz="2400" dirty="0"/>
              <a:t>11)Perform Penetration Testing- Uncover potential vulnerabilities resulting from coding errors, system configuration faults, or other operational deployment weaknesses. </a:t>
            </a:r>
          </a:p>
          <a:p>
            <a:pPr marL="0" indent="0" algn="just">
              <a:buNone/>
            </a:pPr>
            <a:r>
              <a:rPr lang="en-US" sz="2400" dirty="0"/>
              <a:t>12)Establish a Standard Incident Response Process- Prepare an Incident Response Plan to address new threats that can emerge over time.</a:t>
            </a:r>
            <a:endParaRPr lang="en-IN" sz="2400" dirty="0"/>
          </a:p>
          <a:p>
            <a:endParaRPr lang="en-IN" sz="2400" dirty="0"/>
          </a:p>
        </p:txBody>
      </p:sp>
    </p:spTree>
    <p:extLst>
      <p:ext uri="{BB962C8B-B14F-4D97-AF65-F5344CB8AC3E}">
        <p14:creationId xmlns:p14="http://schemas.microsoft.com/office/powerpoint/2010/main" val="24305454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2A795-CE41-8DEC-E10A-032546822848}"/>
              </a:ext>
            </a:extLst>
          </p:cNvPr>
          <p:cNvSpPr>
            <a:spLocks noGrp="1"/>
          </p:cNvSpPr>
          <p:nvPr>
            <p:ph type="title"/>
          </p:nvPr>
        </p:nvSpPr>
        <p:spPr/>
        <p:txBody>
          <a:bodyPr/>
          <a:lstStyle/>
          <a:p>
            <a:r>
              <a:rPr lang="en-US" dirty="0"/>
              <a:t>Threat modeling in </a:t>
            </a:r>
            <a:r>
              <a:rPr lang="en-US" dirty="0" err="1"/>
              <a:t>sdl</a:t>
            </a:r>
            <a:endParaRPr lang="en-IN" dirty="0"/>
          </a:p>
        </p:txBody>
      </p:sp>
      <p:sp>
        <p:nvSpPr>
          <p:cNvPr id="3" name="Content Placeholder 2">
            <a:extLst>
              <a:ext uri="{FF2B5EF4-FFF2-40B4-BE49-F238E27FC236}">
                <a16:creationId xmlns:a16="http://schemas.microsoft.com/office/drawing/2014/main" id="{C766F58F-0E55-DF24-7B03-C09EBE8ABA5B}"/>
              </a:ext>
            </a:extLst>
          </p:cNvPr>
          <p:cNvSpPr>
            <a:spLocks noGrp="1"/>
          </p:cNvSpPr>
          <p:nvPr>
            <p:ph idx="1"/>
          </p:nvPr>
        </p:nvSpPr>
        <p:spPr/>
        <p:txBody>
          <a:bodyPr>
            <a:normAutofit/>
          </a:bodyPr>
          <a:lstStyle/>
          <a:p>
            <a:pPr algn="just"/>
            <a:r>
              <a:rPr lang="en-US" sz="2400" dirty="0"/>
              <a:t>Threat modeling is a core activity within the Security Development Lifecycle (SDL). </a:t>
            </a:r>
          </a:p>
          <a:p>
            <a:pPr algn="just"/>
            <a:r>
              <a:rPr lang="en-US" sz="2400" dirty="0"/>
              <a:t>It provides a structured way to identify and mitigate risks early in the design phase, ensuring that security is built into software rather than bolted on later. </a:t>
            </a:r>
          </a:p>
          <a:p>
            <a:pPr algn="just"/>
            <a:r>
              <a:rPr lang="en-US" sz="2400" dirty="0"/>
              <a:t>SDL uses threat modeling to anticipate attacker behavior, prioritize vulnerabilities, and guide secure design decisions.</a:t>
            </a:r>
          </a:p>
          <a:p>
            <a:pPr algn="just"/>
            <a:endParaRPr lang="en-IN" sz="2400" dirty="0"/>
          </a:p>
        </p:txBody>
      </p:sp>
    </p:spTree>
    <p:extLst>
      <p:ext uri="{BB962C8B-B14F-4D97-AF65-F5344CB8AC3E}">
        <p14:creationId xmlns:p14="http://schemas.microsoft.com/office/powerpoint/2010/main" val="22099138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B5098-4ABD-0386-723C-E993BF7C9FBB}"/>
              </a:ext>
            </a:extLst>
          </p:cNvPr>
          <p:cNvSpPr>
            <a:spLocks noGrp="1"/>
          </p:cNvSpPr>
          <p:nvPr>
            <p:ph type="title"/>
          </p:nvPr>
        </p:nvSpPr>
        <p:spPr>
          <a:xfrm>
            <a:off x="839150" y="255111"/>
            <a:ext cx="10353761" cy="1326321"/>
          </a:xfrm>
        </p:spPr>
        <p:txBody>
          <a:bodyPr/>
          <a:lstStyle/>
          <a:p>
            <a:r>
              <a:rPr lang="en-US" dirty="0"/>
              <a:t> threat modeling process</a:t>
            </a:r>
            <a:endParaRPr lang="en-IN" dirty="0"/>
          </a:p>
        </p:txBody>
      </p:sp>
      <p:sp>
        <p:nvSpPr>
          <p:cNvPr id="3" name="Content Placeholder 2">
            <a:extLst>
              <a:ext uri="{FF2B5EF4-FFF2-40B4-BE49-F238E27FC236}">
                <a16:creationId xmlns:a16="http://schemas.microsoft.com/office/drawing/2014/main" id="{6DA8797A-E0E8-AD77-DF24-5B7910095CA0}"/>
              </a:ext>
            </a:extLst>
          </p:cNvPr>
          <p:cNvSpPr>
            <a:spLocks noGrp="1"/>
          </p:cNvSpPr>
          <p:nvPr>
            <p:ph idx="1"/>
          </p:nvPr>
        </p:nvSpPr>
        <p:spPr>
          <a:xfrm>
            <a:off x="913794" y="1581432"/>
            <a:ext cx="10353762" cy="3695136"/>
          </a:xfrm>
        </p:spPr>
        <p:txBody>
          <a:bodyPr>
            <a:noAutofit/>
          </a:bodyPr>
          <a:lstStyle/>
          <a:p>
            <a:pPr algn="just"/>
            <a:r>
              <a:rPr lang="en-US" sz="2400" dirty="0"/>
              <a:t>Steps involved in threat modeling include:</a:t>
            </a:r>
          </a:p>
          <a:p>
            <a:pPr marL="0" indent="0" algn="just">
              <a:buNone/>
            </a:pPr>
            <a:r>
              <a:rPr lang="en-US" sz="2400" dirty="0"/>
              <a:t>1) Identify assets. An asset could be account data, intellectual property, or simply the reliable functioning of a system.</a:t>
            </a:r>
          </a:p>
          <a:p>
            <a:pPr marL="0" indent="0" algn="just">
              <a:buNone/>
            </a:pPr>
            <a:r>
              <a:rPr lang="en-US" sz="2400" dirty="0"/>
              <a:t>2) Diagram the system. DFDs provide a high-level, asset-centric view of systems and the data flows of attacks. An attack tree, or graphic representation of an attack path, illustrates the possible origins and paths of attacks.</a:t>
            </a:r>
          </a:p>
          <a:p>
            <a:pPr marL="0" indent="0" algn="just">
              <a:buNone/>
            </a:pPr>
            <a:r>
              <a:rPr lang="en-US" sz="2400" dirty="0"/>
              <a:t>3) Analyze threats. Use threat modeling methods to further analyze specific threat types, identify potential threats, map data flows, and quantify risk.</a:t>
            </a:r>
          </a:p>
        </p:txBody>
      </p:sp>
    </p:spTree>
    <p:extLst>
      <p:ext uri="{BB962C8B-B14F-4D97-AF65-F5344CB8AC3E}">
        <p14:creationId xmlns:p14="http://schemas.microsoft.com/office/powerpoint/2010/main" val="372446491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E055B-8931-83B8-1EE1-4B13DCF70FC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772548E-3AF1-9957-27B3-53A028B4CD1B}"/>
              </a:ext>
            </a:extLst>
          </p:cNvPr>
          <p:cNvSpPr>
            <a:spLocks noGrp="1"/>
          </p:cNvSpPr>
          <p:nvPr>
            <p:ph idx="1"/>
          </p:nvPr>
        </p:nvSpPr>
        <p:spPr/>
        <p:txBody>
          <a:bodyPr>
            <a:noAutofit/>
          </a:bodyPr>
          <a:lstStyle/>
          <a:p>
            <a:pPr marL="0" indent="0" algn="just">
              <a:buNone/>
            </a:pPr>
            <a:r>
              <a:rPr lang="en-US" sz="2400" dirty="0"/>
              <a:t>4) Perform risk management and prioritization. Many threat modeling tools produce threat scores and data for calculating risk. Stakeholder input is essential to this step.</a:t>
            </a:r>
          </a:p>
          <a:p>
            <a:pPr marL="0" indent="0" algn="just">
              <a:buNone/>
            </a:pPr>
            <a:r>
              <a:rPr lang="en-US" sz="2400" dirty="0"/>
              <a:t>5) Identify fixes. Once identified the areas, assets, or threats that matter most to the organization, Changing firewall, encryption, or multi-factor authentication settings are examples of steps to address a threat</a:t>
            </a:r>
            <a:endParaRPr lang="en-IN" sz="2400" dirty="0"/>
          </a:p>
          <a:p>
            <a:pPr algn="just"/>
            <a:endParaRPr lang="en-IN" sz="2400" dirty="0"/>
          </a:p>
        </p:txBody>
      </p:sp>
    </p:spTree>
    <p:extLst>
      <p:ext uri="{BB962C8B-B14F-4D97-AF65-F5344CB8AC3E}">
        <p14:creationId xmlns:p14="http://schemas.microsoft.com/office/powerpoint/2010/main" val="20720667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CB795-C99F-AD89-1F29-F46F0495E33A}"/>
              </a:ext>
            </a:extLst>
          </p:cNvPr>
          <p:cNvSpPr>
            <a:spLocks noGrp="1"/>
          </p:cNvSpPr>
          <p:nvPr>
            <p:ph type="title"/>
          </p:nvPr>
        </p:nvSpPr>
        <p:spPr/>
        <p:txBody>
          <a:bodyPr/>
          <a:lstStyle/>
          <a:p>
            <a:r>
              <a:rPr lang="en-IN" dirty="0"/>
              <a:t>Effectiveness of threat </a:t>
            </a:r>
            <a:r>
              <a:rPr lang="en-IN" dirty="0" err="1"/>
              <a:t>modeling</a:t>
            </a:r>
            <a:endParaRPr lang="en-IN" dirty="0"/>
          </a:p>
        </p:txBody>
      </p:sp>
      <p:sp>
        <p:nvSpPr>
          <p:cNvPr id="3" name="Content Placeholder 2">
            <a:extLst>
              <a:ext uri="{FF2B5EF4-FFF2-40B4-BE49-F238E27FC236}">
                <a16:creationId xmlns:a16="http://schemas.microsoft.com/office/drawing/2014/main" id="{413B4226-17AE-55D2-E6FD-253769ABC9B3}"/>
              </a:ext>
            </a:extLst>
          </p:cNvPr>
          <p:cNvSpPr>
            <a:spLocks noGrp="1"/>
          </p:cNvSpPr>
          <p:nvPr>
            <p:ph idx="1"/>
          </p:nvPr>
        </p:nvSpPr>
        <p:spPr/>
        <p:txBody>
          <a:bodyPr>
            <a:noAutofit/>
          </a:bodyPr>
          <a:lstStyle/>
          <a:p>
            <a:pPr algn="just"/>
            <a:r>
              <a:rPr lang="en-US" sz="2400" dirty="0"/>
              <a:t>Two ways to measure effectiveness are: </a:t>
            </a:r>
          </a:p>
          <a:p>
            <a:pPr lvl="1" algn="just"/>
            <a:r>
              <a:rPr lang="en-US" sz="2200" dirty="0"/>
              <a:t>Common Vulnerability Scoring System (CVSS). CVSS produces standardized scores for application vulnerabilities, IT systems and elements, and IoT devices; the scores can be calculated with a free online tool. </a:t>
            </a:r>
          </a:p>
          <a:p>
            <a:pPr lvl="1" algn="just"/>
            <a:r>
              <a:rPr lang="en-US" sz="2200" dirty="0"/>
              <a:t>Penetration testing. Sometimes referred to as "ethical hacking," penetration testing is the process of staging dummy attacks on a system to measure its strengths and weaknesses. Pen tests may require a good deal of time-consuming data analysis.</a:t>
            </a:r>
            <a:endParaRPr lang="en-IN" sz="2200" dirty="0"/>
          </a:p>
        </p:txBody>
      </p:sp>
    </p:spTree>
    <p:extLst>
      <p:ext uri="{BB962C8B-B14F-4D97-AF65-F5344CB8AC3E}">
        <p14:creationId xmlns:p14="http://schemas.microsoft.com/office/powerpoint/2010/main" val="24450865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39165-DC58-D93D-67CD-CC71FCEEADD1}"/>
              </a:ext>
            </a:extLst>
          </p:cNvPr>
          <p:cNvSpPr>
            <a:spLocks noGrp="1"/>
          </p:cNvSpPr>
          <p:nvPr>
            <p:ph type="title"/>
          </p:nvPr>
        </p:nvSpPr>
        <p:spPr>
          <a:xfrm>
            <a:off x="919119" y="124409"/>
            <a:ext cx="10353761" cy="1326321"/>
          </a:xfrm>
        </p:spPr>
        <p:txBody>
          <a:bodyPr/>
          <a:lstStyle/>
          <a:p>
            <a:r>
              <a:rPr lang="en-US" dirty="0"/>
              <a:t>Threat modeling methods and tools</a:t>
            </a:r>
            <a:endParaRPr lang="en-IN" dirty="0"/>
          </a:p>
        </p:txBody>
      </p:sp>
      <p:sp>
        <p:nvSpPr>
          <p:cNvPr id="3" name="Content Placeholder 2">
            <a:extLst>
              <a:ext uri="{FF2B5EF4-FFF2-40B4-BE49-F238E27FC236}">
                <a16:creationId xmlns:a16="http://schemas.microsoft.com/office/drawing/2014/main" id="{F37B8844-5F03-05D7-0423-3CC9A526F8FD}"/>
              </a:ext>
            </a:extLst>
          </p:cNvPr>
          <p:cNvSpPr>
            <a:spLocks noGrp="1"/>
          </p:cNvSpPr>
          <p:nvPr>
            <p:ph idx="1"/>
          </p:nvPr>
        </p:nvSpPr>
        <p:spPr>
          <a:xfrm>
            <a:off x="839150" y="1226944"/>
            <a:ext cx="10353762" cy="3695136"/>
          </a:xfrm>
        </p:spPr>
        <p:txBody>
          <a:bodyPr>
            <a:noAutofit/>
          </a:bodyPr>
          <a:lstStyle/>
          <a:p>
            <a:pPr algn="just"/>
            <a:r>
              <a:rPr lang="en-US" sz="2400" dirty="0"/>
              <a:t>CIA method – </a:t>
            </a:r>
          </a:p>
          <a:p>
            <a:pPr lvl="1" algn="just">
              <a:buFont typeface="Wingdings" panose="05000000000000000000" pitchFamily="2" charset="2"/>
              <a:buChar char="§"/>
            </a:pPr>
            <a:r>
              <a:rPr lang="en-US" sz="2200" dirty="0"/>
              <a:t>use the CIA (confidentiality, integrity, availability) method to define what needs protecting in the organization. </a:t>
            </a:r>
          </a:p>
          <a:p>
            <a:pPr lvl="1" algn="just">
              <a:buFont typeface="Wingdings" panose="05000000000000000000" pitchFamily="2" charset="2"/>
              <a:buChar char="§"/>
            </a:pPr>
            <a:r>
              <a:rPr lang="en-US" sz="2200" dirty="0"/>
              <a:t>For example, there may be sensitive customer information (confidentiality), company operational or proprietary data (integrity), or reliability of a service such as a web portal (availability). </a:t>
            </a:r>
          </a:p>
          <a:p>
            <a:pPr algn="just"/>
            <a:r>
              <a:rPr lang="en-US" sz="2400" dirty="0"/>
              <a:t>Attack trees </a:t>
            </a:r>
          </a:p>
          <a:p>
            <a:pPr lvl="1" algn="just">
              <a:buFont typeface="Wingdings" panose="05000000000000000000" pitchFamily="2" charset="2"/>
              <a:buChar char="§"/>
            </a:pPr>
            <a:r>
              <a:rPr lang="en-US" sz="2200" dirty="0"/>
              <a:t>Attack trees are a graphic representation of systems and possible vulnerabilities. </a:t>
            </a:r>
          </a:p>
          <a:p>
            <a:pPr lvl="1" algn="just">
              <a:buFont typeface="Wingdings" panose="05000000000000000000" pitchFamily="2" charset="2"/>
              <a:buChar char="§"/>
            </a:pPr>
            <a:r>
              <a:rPr lang="en-US" sz="2200" dirty="0"/>
              <a:t>The trunk of the attack tree is the asset, while entry points and threats are branches or roots. </a:t>
            </a:r>
            <a:endParaRPr lang="en-IN" sz="2200" dirty="0"/>
          </a:p>
        </p:txBody>
      </p:sp>
    </p:spTree>
    <p:extLst>
      <p:ext uri="{BB962C8B-B14F-4D97-AF65-F5344CB8AC3E}">
        <p14:creationId xmlns:p14="http://schemas.microsoft.com/office/powerpoint/2010/main" val="11415375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5E432E-0C5B-F718-4902-0C0B8B863CEB}"/>
              </a:ext>
            </a:extLst>
          </p:cNvPr>
          <p:cNvSpPr>
            <a:spLocks noGrp="1"/>
          </p:cNvSpPr>
          <p:nvPr>
            <p:ph idx="1"/>
          </p:nvPr>
        </p:nvSpPr>
        <p:spPr>
          <a:xfrm>
            <a:off x="792497" y="808440"/>
            <a:ext cx="10353762" cy="3695136"/>
          </a:xfrm>
        </p:spPr>
        <p:txBody>
          <a:bodyPr>
            <a:noAutofit/>
          </a:bodyPr>
          <a:lstStyle/>
          <a:p>
            <a:pPr algn="just"/>
            <a:r>
              <a:rPr lang="en-US" sz="2400" dirty="0"/>
              <a:t>STRIDE </a:t>
            </a:r>
          </a:p>
          <a:p>
            <a:pPr lvl="1" algn="just">
              <a:buFont typeface="Wingdings" panose="05000000000000000000" pitchFamily="2" charset="2"/>
              <a:buChar char="§"/>
            </a:pPr>
            <a:r>
              <a:rPr lang="en-US" sz="2200" dirty="0"/>
              <a:t>Developed by Microsoft, STRIDE is spoofing, tampering, repudiation, information disclosure, denial of service, elevation of privilege. </a:t>
            </a:r>
          </a:p>
          <a:p>
            <a:pPr lvl="1" algn="just">
              <a:buFont typeface="Wingdings" panose="05000000000000000000" pitchFamily="2" charset="2"/>
              <a:buChar char="§"/>
            </a:pPr>
            <a:r>
              <a:rPr lang="en-US" sz="2200" dirty="0"/>
              <a:t>STRIDE is a free tool that will produce DFDs and analyze threats. </a:t>
            </a:r>
          </a:p>
          <a:p>
            <a:pPr algn="just"/>
            <a:r>
              <a:rPr lang="en-US" sz="2400" dirty="0"/>
              <a:t>PASTA </a:t>
            </a:r>
          </a:p>
          <a:p>
            <a:pPr lvl="1" algn="just">
              <a:buFont typeface="Wingdings" panose="05000000000000000000" pitchFamily="2" charset="2"/>
              <a:buChar char="§"/>
            </a:pPr>
            <a:r>
              <a:rPr lang="en-US" sz="2200" dirty="0"/>
              <a:t>PASTA (process for attack simulation and threat analysis) is a framework designed to elevate threat modeling to the strategic level, with input from all stakeholders, not just IT or security teams. </a:t>
            </a:r>
          </a:p>
          <a:p>
            <a:pPr lvl="1" algn="just">
              <a:buFont typeface="Wingdings" panose="05000000000000000000" pitchFamily="2" charset="2"/>
              <a:buChar char="§"/>
            </a:pPr>
            <a:r>
              <a:rPr lang="en-US" sz="2200" dirty="0"/>
              <a:t>PASTA is a seven-step process that begins with defining objectives and scope. </a:t>
            </a:r>
          </a:p>
          <a:p>
            <a:pPr lvl="1" algn="just">
              <a:buFont typeface="Wingdings" panose="05000000000000000000" pitchFamily="2" charset="2"/>
              <a:buChar char="§"/>
            </a:pPr>
            <a:r>
              <a:rPr lang="en-US" sz="2200" dirty="0"/>
              <a:t>It includes vulnerability checks, weakness analysis, and attack modeling, and ends with risk and impact analysis expressed through scoring</a:t>
            </a:r>
            <a:endParaRPr lang="en-IN" sz="2200" dirty="0"/>
          </a:p>
        </p:txBody>
      </p:sp>
    </p:spTree>
    <p:extLst>
      <p:ext uri="{BB962C8B-B14F-4D97-AF65-F5344CB8AC3E}">
        <p14:creationId xmlns:p14="http://schemas.microsoft.com/office/powerpoint/2010/main" val="3162881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4F42CA-0868-E3EB-7BBF-0C2611F9762C}"/>
              </a:ext>
            </a:extLst>
          </p:cNvPr>
          <p:cNvSpPr>
            <a:spLocks noGrp="1"/>
          </p:cNvSpPr>
          <p:nvPr>
            <p:ph idx="1"/>
          </p:nvPr>
        </p:nvSpPr>
        <p:spPr>
          <a:xfrm>
            <a:off x="792497" y="463207"/>
            <a:ext cx="10353762" cy="3695136"/>
          </a:xfrm>
        </p:spPr>
        <p:txBody>
          <a:bodyPr>
            <a:noAutofit/>
          </a:bodyPr>
          <a:lstStyle/>
          <a:p>
            <a:pPr algn="just"/>
            <a:r>
              <a:rPr lang="en-US" sz="2400" dirty="0"/>
              <a:t>Trike </a:t>
            </a:r>
          </a:p>
          <a:p>
            <a:pPr lvl="1" algn="just">
              <a:buFont typeface="Wingdings" panose="05000000000000000000" pitchFamily="2" charset="2"/>
              <a:buChar char="§"/>
            </a:pPr>
            <a:r>
              <a:rPr lang="en-US" sz="2200" dirty="0"/>
              <a:t>An open-source tool available as a spreadsheet template or standalone program, </a:t>
            </a:r>
          </a:p>
          <a:p>
            <a:pPr lvl="1" algn="just">
              <a:buFont typeface="Wingdings" panose="05000000000000000000" pitchFamily="2" charset="2"/>
              <a:buChar char="§"/>
            </a:pPr>
            <a:r>
              <a:rPr lang="en-US" sz="2200" dirty="0"/>
              <a:t>Trike consists of a matrix combining assets, actors, actions, and rules. </a:t>
            </a:r>
          </a:p>
          <a:p>
            <a:pPr lvl="1" algn="just">
              <a:buFont typeface="Wingdings" panose="05000000000000000000" pitchFamily="2" charset="2"/>
              <a:buChar char="§"/>
            </a:pPr>
            <a:r>
              <a:rPr lang="en-US" sz="2200" dirty="0"/>
              <a:t>When parameters and data are entered in this matrix, the program produces a score-based analysis of risks and probabilities. </a:t>
            </a:r>
          </a:p>
          <a:p>
            <a:pPr algn="just"/>
            <a:r>
              <a:rPr lang="en-US" sz="2400" dirty="0"/>
              <a:t>VAST </a:t>
            </a:r>
          </a:p>
          <a:p>
            <a:pPr lvl="1" algn="just">
              <a:buFont typeface="Wingdings" panose="05000000000000000000" pitchFamily="2" charset="2"/>
              <a:buChar char="§"/>
            </a:pPr>
            <a:r>
              <a:rPr lang="en-US" sz="2200" dirty="0"/>
              <a:t>VAST (visual, agile, and simple threat) modeling consists of methods and processes that can be easily scaled and adapted to any scope or part of an organization. </a:t>
            </a:r>
          </a:p>
          <a:p>
            <a:pPr lvl="1" algn="just">
              <a:buFont typeface="Wingdings" panose="05000000000000000000" pitchFamily="2" charset="2"/>
              <a:buChar char="§"/>
            </a:pPr>
            <a:r>
              <a:rPr lang="en-US" sz="2200" dirty="0"/>
              <a:t>The results produce benchmarks that can be used to make reliable comparisons and measurements of effective risk across a whole organization.</a:t>
            </a:r>
            <a:endParaRPr lang="en-IN" sz="2200" dirty="0"/>
          </a:p>
        </p:txBody>
      </p:sp>
    </p:spTree>
    <p:extLst>
      <p:ext uri="{BB962C8B-B14F-4D97-AF65-F5344CB8AC3E}">
        <p14:creationId xmlns:p14="http://schemas.microsoft.com/office/powerpoint/2010/main" val="42481118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34D07-2FB9-9E0A-130B-A1998D72D02A}"/>
              </a:ext>
            </a:extLst>
          </p:cNvPr>
          <p:cNvSpPr>
            <a:spLocks noGrp="1"/>
          </p:cNvSpPr>
          <p:nvPr>
            <p:ph type="title"/>
          </p:nvPr>
        </p:nvSpPr>
        <p:spPr>
          <a:xfrm>
            <a:off x="913795" y="348343"/>
            <a:ext cx="10353761" cy="1326321"/>
          </a:xfrm>
        </p:spPr>
        <p:txBody>
          <a:bodyPr/>
          <a:lstStyle/>
          <a:p>
            <a:r>
              <a:rPr lang="en-IN" dirty="0"/>
              <a:t>Risk Management</a:t>
            </a:r>
          </a:p>
        </p:txBody>
      </p:sp>
      <p:sp>
        <p:nvSpPr>
          <p:cNvPr id="3" name="Content Placeholder 2">
            <a:extLst>
              <a:ext uri="{FF2B5EF4-FFF2-40B4-BE49-F238E27FC236}">
                <a16:creationId xmlns:a16="http://schemas.microsoft.com/office/drawing/2014/main" id="{08D48D98-89DC-43F0-620F-C41DC82722FA}"/>
              </a:ext>
            </a:extLst>
          </p:cNvPr>
          <p:cNvSpPr>
            <a:spLocks noGrp="1"/>
          </p:cNvSpPr>
          <p:nvPr>
            <p:ph idx="1"/>
          </p:nvPr>
        </p:nvSpPr>
        <p:spPr>
          <a:xfrm>
            <a:off x="913794" y="1788154"/>
            <a:ext cx="10353762" cy="3695136"/>
          </a:xfrm>
        </p:spPr>
        <p:txBody>
          <a:bodyPr>
            <a:noAutofit/>
          </a:bodyPr>
          <a:lstStyle/>
          <a:p>
            <a:r>
              <a:rPr lang="en-US" sz="2400" dirty="0"/>
              <a:t>Any factor or threat that might adversely affect the successful completion of the project is a risk. </a:t>
            </a:r>
          </a:p>
          <a:p>
            <a:r>
              <a:rPr lang="en-US" sz="2400" dirty="0"/>
              <a:t>With risk management, we can monitor all the risks that are associated with a project. </a:t>
            </a:r>
          </a:p>
          <a:p>
            <a:r>
              <a:rPr lang="en-US" sz="2400" dirty="0"/>
              <a:t>Create a risk item record. </a:t>
            </a:r>
          </a:p>
          <a:p>
            <a:r>
              <a:rPr lang="en-US" sz="2400" dirty="0"/>
              <a:t>A risk item record is a single item that defines a project liability. </a:t>
            </a:r>
          </a:p>
        </p:txBody>
      </p:sp>
    </p:spTree>
    <p:extLst>
      <p:ext uri="{BB962C8B-B14F-4D97-AF65-F5344CB8AC3E}">
        <p14:creationId xmlns:p14="http://schemas.microsoft.com/office/powerpoint/2010/main" val="34809605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5717F-E15C-DF7F-8D98-C31AE0E973D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A0FFC32-E5BC-8732-52CD-0AB79601571A}"/>
              </a:ext>
            </a:extLst>
          </p:cNvPr>
          <p:cNvSpPr>
            <a:spLocks noGrp="1"/>
          </p:cNvSpPr>
          <p:nvPr>
            <p:ph idx="1"/>
          </p:nvPr>
        </p:nvSpPr>
        <p:spPr/>
        <p:txBody>
          <a:bodyPr>
            <a:normAutofit/>
          </a:bodyPr>
          <a:lstStyle/>
          <a:p>
            <a:r>
              <a:rPr lang="en-US" sz="2400" dirty="0"/>
              <a:t>In a risk item record, specify the risk item, the resolution of the risk, and also the approver that the record is sent to. </a:t>
            </a:r>
          </a:p>
          <a:p>
            <a:r>
              <a:rPr lang="en-US" sz="2400" dirty="0"/>
              <a:t>If there are multiple risk item records, group them together in a risk item review record. </a:t>
            </a:r>
          </a:p>
          <a:p>
            <a:r>
              <a:rPr lang="en-US" sz="2400" dirty="0"/>
              <a:t>By efficiently managing risks, we can increase the chance of project success and identify, address, and eliminate risks before they become threats to the growth of the project.</a:t>
            </a:r>
            <a:endParaRPr lang="en-IN" sz="2400" dirty="0"/>
          </a:p>
          <a:p>
            <a:endParaRPr lang="en-IN" sz="2400" dirty="0"/>
          </a:p>
        </p:txBody>
      </p:sp>
    </p:spTree>
    <p:extLst>
      <p:ext uri="{BB962C8B-B14F-4D97-AF65-F5344CB8AC3E}">
        <p14:creationId xmlns:p14="http://schemas.microsoft.com/office/powerpoint/2010/main" val="40947627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887DD-203E-C533-39AB-E3EC46AC45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E125BA6-5EC0-9722-26A5-FDE6D433B9E4}"/>
              </a:ext>
            </a:extLst>
          </p:cNvPr>
          <p:cNvSpPr>
            <a:spLocks noGrp="1"/>
          </p:cNvSpPr>
          <p:nvPr>
            <p:ph idx="1"/>
          </p:nvPr>
        </p:nvSpPr>
        <p:spPr/>
        <p:txBody>
          <a:bodyPr>
            <a:normAutofit/>
          </a:bodyPr>
          <a:lstStyle/>
          <a:p>
            <a:r>
              <a:rPr lang="en-US" sz="2400" dirty="0"/>
              <a:t>The objectives of DevOps: - frequent deployment, - faster delivery time to market, - accelerated innovation, - reduced failure rates and - better recovery time. </a:t>
            </a:r>
          </a:p>
          <a:p>
            <a:r>
              <a:rPr lang="en-US" sz="2400" dirty="0"/>
              <a:t>DevOps brings excellent benefits to an </a:t>
            </a:r>
            <a:r>
              <a:rPr lang="en-US" sz="2400" dirty="0" err="1"/>
              <a:t>organisation</a:t>
            </a:r>
            <a:r>
              <a:rPr lang="en-US" sz="2400" dirty="0"/>
              <a:t>, increases operational efficiency and supports better delivery of services to consumers.</a:t>
            </a:r>
            <a:endParaRPr lang="en-IN" sz="2400" dirty="0"/>
          </a:p>
        </p:txBody>
      </p:sp>
    </p:spTree>
    <p:extLst>
      <p:ext uri="{BB962C8B-B14F-4D97-AF65-F5344CB8AC3E}">
        <p14:creationId xmlns:p14="http://schemas.microsoft.com/office/powerpoint/2010/main" val="1591097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52419-7EB3-A03D-8E22-562E01769D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595D6E-A18B-5BB4-02C8-8E4588DFF464}"/>
              </a:ext>
            </a:extLst>
          </p:cNvPr>
          <p:cNvSpPr>
            <a:spLocks noGrp="1"/>
          </p:cNvSpPr>
          <p:nvPr>
            <p:ph idx="1"/>
          </p:nvPr>
        </p:nvSpPr>
        <p:spPr/>
        <p:txBody>
          <a:bodyPr>
            <a:noAutofit/>
          </a:bodyPr>
          <a:lstStyle/>
          <a:p>
            <a:r>
              <a:rPr lang="en-US" sz="2400" dirty="0"/>
              <a:t>Apart from advantages, DevOps also increases </a:t>
            </a:r>
            <a:r>
              <a:rPr lang="en-US" sz="2400" dirty="0" err="1"/>
              <a:t>organisations'</a:t>
            </a:r>
            <a:r>
              <a:rPr lang="en-US" sz="2400" dirty="0"/>
              <a:t> exposure to a range of technology risks, including cyber risks.  </a:t>
            </a:r>
          </a:p>
          <a:p>
            <a:r>
              <a:rPr lang="en-US" sz="2400" dirty="0"/>
              <a:t>Other challenges are </a:t>
            </a:r>
          </a:p>
          <a:p>
            <a:pPr lvl="1"/>
            <a:r>
              <a:rPr lang="en-US" sz="2400" dirty="0"/>
              <a:t>lack of code quality because developers are unfamiliar with QA and roadblocks in operations</a:t>
            </a:r>
          </a:p>
          <a:p>
            <a:pPr lvl="1"/>
            <a:r>
              <a:rPr lang="en-US" sz="2400" dirty="0"/>
              <a:t>the absence of alignment between projects,  DevOps and risk management goals, </a:t>
            </a:r>
          </a:p>
          <a:p>
            <a:pPr lvl="1"/>
            <a:r>
              <a:rPr lang="en-US" sz="2400" dirty="0"/>
              <a:t>the lack of fully automated risk </a:t>
            </a:r>
            <a:r>
              <a:rPr lang="en-US" sz="2400" dirty="0" err="1"/>
              <a:t>characterisation</a:t>
            </a:r>
            <a:r>
              <a:rPr lang="en-US" sz="2400" dirty="0"/>
              <a:t>, monitoring, and mitigation. </a:t>
            </a:r>
            <a:endParaRPr lang="en-IN" sz="2400" dirty="0"/>
          </a:p>
        </p:txBody>
      </p:sp>
    </p:spTree>
    <p:extLst>
      <p:ext uri="{BB962C8B-B14F-4D97-AF65-F5344CB8AC3E}">
        <p14:creationId xmlns:p14="http://schemas.microsoft.com/office/powerpoint/2010/main" val="35222171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153DA-17DC-EF65-81C1-884C1480B5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51DF1D4-7EB9-5645-F779-C93FB5D9A194}"/>
              </a:ext>
            </a:extLst>
          </p:cNvPr>
          <p:cNvSpPr>
            <a:spLocks noGrp="1"/>
          </p:cNvSpPr>
          <p:nvPr>
            <p:ph idx="1"/>
          </p:nvPr>
        </p:nvSpPr>
        <p:spPr>
          <a:xfrm>
            <a:off x="913795" y="1272760"/>
            <a:ext cx="10353762" cy="3695136"/>
          </a:xfrm>
        </p:spPr>
        <p:txBody>
          <a:bodyPr>
            <a:noAutofit/>
          </a:bodyPr>
          <a:lstStyle/>
          <a:p>
            <a:r>
              <a:rPr lang="en-US" sz="2400" dirty="0"/>
              <a:t>Benefits of DevOps may be undermined by a lack of an intuitive approach to risks and design of controls. </a:t>
            </a:r>
          </a:p>
          <a:p>
            <a:r>
              <a:rPr lang="en-US" sz="2400" dirty="0"/>
              <a:t>The three objectives to achieve with </a:t>
            </a:r>
            <a:r>
              <a:rPr lang="en-US" sz="2400" dirty="0" err="1"/>
              <a:t>DevRiskOps</a:t>
            </a:r>
            <a:r>
              <a:rPr lang="en-US" sz="2400" dirty="0"/>
              <a:t> are: </a:t>
            </a:r>
          </a:p>
          <a:p>
            <a:pPr lvl="1"/>
            <a:r>
              <a:rPr lang="en-US" sz="2400" dirty="0"/>
              <a:t> To better understand DevOps </a:t>
            </a:r>
            <a:r>
              <a:rPr lang="en-US" sz="2400" dirty="0" err="1"/>
              <a:t>utilisations</a:t>
            </a:r>
            <a:r>
              <a:rPr lang="en-US" sz="2400" dirty="0"/>
              <a:t> focusing on risk and delivery </a:t>
            </a:r>
            <a:r>
              <a:rPr lang="en-US" sz="2400" dirty="0" err="1"/>
              <a:t>optimisation</a:t>
            </a:r>
            <a:r>
              <a:rPr lang="en-US" sz="2400" dirty="0"/>
              <a:t>. </a:t>
            </a:r>
          </a:p>
          <a:p>
            <a:pPr lvl="1"/>
            <a:r>
              <a:rPr lang="en-US" sz="2400" dirty="0"/>
              <a:t> To provide stakeholder insight into the environment at both a technical and granular level, supporting the requirement to demonstrate risks at each level throughout the </a:t>
            </a:r>
            <a:r>
              <a:rPr lang="en-US" sz="2400" dirty="0" err="1"/>
              <a:t>organisation</a:t>
            </a:r>
            <a:r>
              <a:rPr lang="en-US" sz="2400" dirty="0"/>
              <a:t>. </a:t>
            </a:r>
          </a:p>
          <a:p>
            <a:pPr lvl="1"/>
            <a:r>
              <a:rPr lang="en-US" sz="2400" dirty="0"/>
              <a:t> To maintain a basis to continuously improve the ecosystem with risks pertinent to the </a:t>
            </a:r>
            <a:r>
              <a:rPr lang="en-US" sz="2400" dirty="0" err="1"/>
              <a:t>organisation</a:t>
            </a:r>
            <a:r>
              <a:rPr lang="en-US" sz="2400" dirty="0"/>
              <a:t> at the forefront of the process.</a:t>
            </a:r>
            <a:endParaRPr lang="en-IN" sz="2400" dirty="0"/>
          </a:p>
        </p:txBody>
      </p:sp>
    </p:spTree>
    <p:extLst>
      <p:ext uri="{BB962C8B-B14F-4D97-AF65-F5344CB8AC3E}">
        <p14:creationId xmlns:p14="http://schemas.microsoft.com/office/powerpoint/2010/main" val="41989215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88CEF-2EAF-EB36-F95E-B0DAB88718F8}"/>
              </a:ext>
            </a:extLst>
          </p:cNvPr>
          <p:cNvSpPr>
            <a:spLocks noGrp="1"/>
          </p:cNvSpPr>
          <p:nvPr>
            <p:ph type="title"/>
          </p:nvPr>
        </p:nvSpPr>
        <p:spPr>
          <a:xfrm>
            <a:off x="913794" y="227044"/>
            <a:ext cx="10353761" cy="1326321"/>
          </a:xfrm>
        </p:spPr>
        <p:txBody>
          <a:bodyPr/>
          <a:lstStyle/>
          <a:p>
            <a:r>
              <a:rPr lang="en-IN" dirty="0" err="1"/>
              <a:t>D</a:t>
            </a:r>
            <a:r>
              <a:rPr lang="en-IN" sz="2800" dirty="0" err="1"/>
              <a:t>ev</a:t>
            </a:r>
            <a:r>
              <a:rPr lang="en-IN" dirty="0" err="1"/>
              <a:t>R</a:t>
            </a:r>
            <a:r>
              <a:rPr lang="en-IN" sz="2800" dirty="0" err="1"/>
              <a:t>isk</a:t>
            </a:r>
            <a:r>
              <a:rPr lang="en-IN" dirty="0" err="1"/>
              <a:t>O</a:t>
            </a:r>
            <a:r>
              <a:rPr lang="en-IN" sz="2800" dirty="0" err="1"/>
              <a:t>ps</a:t>
            </a:r>
            <a:r>
              <a:rPr lang="en-IN" dirty="0"/>
              <a:t> approach </a:t>
            </a:r>
          </a:p>
        </p:txBody>
      </p:sp>
      <p:sp>
        <p:nvSpPr>
          <p:cNvPr id="3" name="Content Placeholder 2">
            <a:extLst>
              <a:ext uri="{FF2B5EF4-FFF2-40B4-BE49-F238E27FC236}">
                <a16:creationId xmlns:a16="http://schemas.microsoft.com/office/drawing/2014/main" id="{CB600A72-C456-8189-D153-1D307461712A}"/>
              </a:ext>
            </a:extLst>
          </p:cNvPr>
          <p:cNvSpPr>
            <a:spLocks noGrp="1"/>
          </p:cNvSpPr>
          <p:nvPr>
            <p:ph idx="1"/>
          </p:nvPr>
        </p:nvSpPr>
        <p:spPr>
          <a:xfrm>
            <a:off x="913794" y="1461582"/>
            <a:ext cx="10353762" cy="3695136"/>
          </a:xfrm>
        </p:spPr>
        <p:txBody>
          <a:bodyPr>
            <a:noAutofit/>
          </a:bodyPr>
          <a:lstStyle/>
          <a:p>
            <a:r>
              <a:rPr lang="en-US" sz="2400" b="1" dirty="0" err="1"/>
              <a:t>DevRiskOps</a:t>
            </a:r>
            <a:r>
              <a:rPr lang="en-US" sz="2400" dirty="0"/>
              <a:t> is an approach that integrates </a:t>
            </a:r>
            <a:r>
              <a:rPr lang="en-US" sz="2400" b="1" dirty="0"/>
              <a:t>Development, Risk Management, and Operations</a:t>
            </a:r>
            <a:r>
              <a:rPr lang="en-US" sz="2400" dirty="0"/>
              <a:t> into one continuous process to build services that are </a:t>
            </a:r>
            <a:r>
              <a:rPr lang="en-US" sz="2400" b="1" dirty="0"/>
              <a:t>functional, secure, and compliant from the start</a:t>
            </a:r>
            <a:r>
              <a:rPr lang="en-US" sz="2400" dirty="0"/>
              <a:t>.</a:t>
            </a:r>
            <a:br>
              <a:rPr lang="en-US" sz="2400" dirty="0"/>
            </a:br>
            <a:r>
              <a:rPr lang="en-US" sz="2400" dirty="0"/>
              <a:t>It is similar to DevOps, but with strong focus on </a:t>
            </a:r>
            <a:r>
              <a:rPr lang="en-US" sz="2400" b="1" dirty="0"/>
              <a:t>risk, security, and compliance</a:t>
            </a:r>
            <a:r>
              <a:rPr lang="en-US" sz="2400" dirty="0"/>
              <a:t>, often used in cybersecurity and InfoSec environments.</a:t>
            </a:r>
          </a:p>
          <a:p>
            <a:r>
              <a:rPr lang="en-US" sz="2400" dirty="0" err="1"/>
              <a:t>DevRiskOps</a:t>
            </a:r>
            <a:r>
              <a:rPr lang="en-US" sz="2400" dirty="0"/>
              <a:t> is commonly aligned with frameworks like</a:t>
            </a:r>
          </a:p>
          <a:p>
            <a:pPr lvl="1"/>
            <a:r>
              <a:rPr lang="en-US" sz="2200" dirty="0"/>
              <a:t>DevOps</a:t>
            </a:r>
          </a:p>
          <a:p>
            <a:pPr lvl="1"/>
            <a:r>
              <a:rPr lang="en-US" sz="2200" dirty="0"/>
              <a:t>ISO/IEC 27001</a:t>
            </a:r>
          </a:p>
          <a:p>
            <a:pPr lvl="1"/>
            <a:r>
              <a:rPr lang="en-US" sz="2200" dirty="0"/>
              <a:t>NIST Cybersecurity Framework</a:t>
            </a:r>
          </a:p>
          <a:p>
            <a:pPr lvl="1"/>
            <a:r>
              <a:rPr lang="en-US" sz="2200" dirty="0"/>
              <a:t>ITIL</a:t>
            </a:r>
          </a:p>
          <a:p>
            <a:endParaRPr lang="en-IN" sz="2400" dirty="0"/>
          </a:p>
        </p:txBody>
      </p:sp>
    </p:spTree>
    <p:extLst>
      <p:ext uri="{BB962C8B-B14F-4D97-AF65-F5344CB8AC3E}">
        <p14:creationId xmlns:p14="http://schemas.microsoft.com/office/powerpoint/2010/main" val="2246416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EE64A2-6C48-DECE-37E2-E614058BD211}"/>
              </a:ext>
            </a:extLst>
          </p:cNvPr>
          <p:cNvSpPr>
            <a:spLocks noGrp="1"/>
          </p:cNvSpPr>
          <p:nvPr>
            <p:ph idx="1"/>
          </p:nvPr>
        </p:nvSpPr>
        <p:spPr>
          <a:xfrm>
            <a:off x="839150" y="817770"/>
            <a:ext cx="10353762" cy="3695136"/>
          </a:xfrm>
        </p:spPr>
        <p:txBody>
          <a:bodyPr>
            <a:noAutofit/>
          </a:bodyPr>
          <a:lstStyle/>
          <a:p>
            <a:r>
              <a:rPr lang="en-US" sz="2400" dirty="0"/>
              <a:t>Risk practitioners should consider the following when developing their approach: </a:t>
            </a:r>
          </a:p>
          <a:p>
            <a:pPr marL="0" indent="0">
              <a:buNone/>
            </a:pPr>
            <a:r>
              <a:rPr lang="en-US" sz="2400" dirty="0"/>
              <a:t>1) Define the scope of the DevOps strategy. </a:t>
            </a:r>
          </a:p>
          <a:p>
            <a:pPr marL="0" indent="0">
              <a:buNone/>
            </a:pPr>
            <a:r>
              <a:rPr lang="en-US" sz="2400" dirty="0"/>
              <a:t>2) Identify the DevOps functions and domain. </a:t>
            </a:r>
          </a:p>
          <a:p>
            <a:pPr marL="0" indent="0">
              <a:buNone/>
            </a:pPr>
            <a:r>
              <a:rPr lang="en-US" sz="2400" dirty="0"/>
              <a:t>3) Clearly understand the risks in the DevOps domain and map them to the controls. </a:t>
            </a:r>
          </a:p>
          <a:p>
            <a:pPr marL="0" indent="0">
              <a:buNone/>
            </a:pPr>
            <a:r>
              <a:rPr lang="en-US" sz="2400" dirty="0"/>
              <a:t>4) Ensure controls are correlated to the various stages in CI/CD pipelines. </a:t>
            </a:r>
          </a:p>
          <a:p>
            <a:pPr marL="0" indent="0">
              <a:buNone/>
            </a:pPr>
            <a:r>
              <a:rPr lang="en-US" sz="2400" dirty="0"/>
              <a:t>5) Identify all relevant stakeholders. </a:t>
            </a:r>
          </a:p>
        </p:txBody>
      </p:sp>
    </p:spTree>
    <p:extLst>
      <p:ext uri="{BB962C8B-B14F-4D97-AF65-F5344CB8AC3E}">
        <p14:creationId xmlns:p14="http://schemas.microsoft.com/office/powerpoint/2010/main" val="16509995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C8F0A-7B43-BFEC-5425-4D9E1E8C055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28EFA3-0498-D7C2-6970-0658F4017598}"/>
              </a:ext>
            </a:extLst>
          </p:cNvPr>
          <p:cNvSpPr>
            <a:spLocks noGrp="1"/>
          </p:cNvSpPr>
          <p:nvPr>
            <p:ph idx="1"/>
          </p:nvPr>
        </p:nvSpPr>
        <p:spPr/>
        <p:txBody>
          <a:bodyPr>
            <a:noAutofit/>
          </a:bodyPr>
          <a:lstStyle/>
          <a:p>
            <a:pPr marL="0" indent="0">
              <a:buNone/>
            </a:pPr>
            <a:r>
              <a:rPr lang="en-US" sz="2400" dirty="0"/>
              <a:t>6) Have an adequate automation process with a comprehensive toolchain and adequate metrics. </a:t>
            </a:r>
          </a:p>
          <a:p>
            <a:pPr marL="0" indent="0">
              <a:buNone/>
            </a:pPr>
            <a:r>
              <a:rPr lang="en-US" sz="2400" dirty="0"/>
              <a:t>7) Work towards capability, not pure maturity. </a:t>
            </a:r>
          </a:p>
          <a:p>
            <a:r>
              <a:rPr lang="en-US" sz="2400" dirty="0"/>
              <a:t> The support of DevOps risk management objectives by walking alongside DevOps means starting small with a repetitive process, iterative automation, and continuous feedback. </a:t>
            </a:r>
          </a:p>
          <a:p>
            <a:r>
              <a:rPr lang="en-US" sz="2400" dirty="0"/>
              <a:t> It also helps with the establishment and simplification of the software acquisition process.</a:t>
            </a:r>
            <a:endParaRPr lang="en-IN" sz="2400" dirty="0"/>
          </a:p>
          <a:p>
            <a:endParaRPr lang="en-IN" sz="2400" dirty="0"/>
          </a:p>
        </p:txBody>
      </p:sp>
    </p:spTree>
    <p:extLst>
      <p:ext uri="{BB962C8B-B14F-4D97-AF65-F5344CB8AC3E}">
        <p14:creationId xmlns:p14="http://schemas.microsoft.com/office/powerpoint/2010/main" val="22959739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742332"/>
      </a:dk2>
      <a:lt2>
        <a:srgbClr val="EE91A0"/>
      </a:lt2>
      <a:accent1>
        <a:srgbClr val="E03754"/>
      </a:accent1>
      <a:accent2>
        <a:srgbClr val="E86C2E"/>
      </a:accent2>
      <a:accent3>
        <a:srgbClr val="DAB250"/>
      </a:accent3>
      <a:accent4>
        <a:srgbClr val="60C4AA"/>
      </a:accent4>
      <a:accent5>
        <a:srgbClr val="51A9DB"/>
      </a:accent5>
      <a:accent6>
        <a:srgbClr val="976AC9"/>
      </a:accent6>
      <a:hlink>
        <a:srgbClr val="D5445E"/>
      </a:hlink>
      <a:folHlink>
        <a:srgbClr val="E17C8E"/>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6B2E858E-683F-40D9-B4CB-284D097F3A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7494</TotalTime>
  <Words>5145</Words>
  <Application>Microsoft Office PowerPoint</Application>
  <PresentationFormat>Widescreen</PresentationFormat>
  <Paragraphs>387</Paragraphs>
  <Slides>85</Slides>
  <Notes>2</Notes>
  <HiddenSlides>2</HiddenSlides>
  <MMClips>0</MMClips>
  <ScaleCrop>false</ScaleCrop>
  <HeadingPairs>
    <vt:vector size="4" baseType="variant">
      <vt:variant>
        <vt:lpstr>Theme</vt:lpstr>
      </vt:variant>
      <vt:variant>
        <vt:i4>1</vt:i4>
      </vt:variant>
      <vt:variant>
        <vt:lpstr>Slide Titles</vt:lpstr>
      </vt:variant>
      <vt:variant>
        <vt:i4>85</vt:i4>
      </vt:variant>
    </vt:vector>
  </HeadingPairs>
  <TitlesOfParts>
    <vt:vector size="86" baseType="lpstr">
      <vt:lpstr>Damask</vt:lpstr>
      <vt:lpstr>MODULE 4</vt:lpstr>
      <vt:lpstr>CLOUD IN DEVOPS</vt:lpstr>
      <vt:lpstr>PowerPoint Presentation</vt:lpstr>
      <vt:lpstr>Three important ways DevOps and cloud work together</vt:lpstr>
      <vt:lpstr>1. Cloud is leveraged by DevOps: </vt:lpstr>
      <vt:lpstr>PowerPoint Presentation</vt:lpstr>
      <vt:lpstr>2. CloudSecOps (Cloud Security Operations): </vt:lpstr>
      <vt:lpstr>PowerPoint Presentation</vt:lpstr>
      <vt:lpstr>3. DevOps as a Service </vt:lpstr>
      <vt:lpstr>Cloud services and models</vt:lpstr>
      <vt:lpstr>PowerPoint Presentation</vt:lpstr>
      <vt:lpstr>PowerPoint Presentation</vt:lpstr>
      <vt:lpstr>PowerPoint Presentation</vt:lpstr>
      <vt:lpstr>SaaS(Software as a Service) </vt:lpstr>
      <vt:lpstr>PowerPoint Presentation</vt:lpstr>
      <vt:lpstr>PowerPoint Presentation</vt:lpstr>
      <vt:lpstr>PowerPoint Presentation</vt:lpstr>
      <vt:lpstr>PaaS(Platform as a Service) </vt:lpstr>
      <vt:lpstr>PowerPoint Presentation</vt:lpstr>
      <vt:lpstr>PowerPoint Presentation</vt:lpstr>
      <vt:lpstr>PowerPoint Presentation</vt:lpstr>
      <vt:lpstr>IaaS(Infrastructure as a Service) </vt:lpstr>
      <vt:lpstr>PowerPoint Presentation</vt:lpstr>
      <vt:lpstr>PowerPoint Presentation</vt:lpstr>
      <vt:lpstr>PowerPoint Presentation</vt:lpstr>
      <vt:lpstr>Information Security</vt:lpstr>
      <vt:lpstr>Cia triad</vt:lpstr>
      <vt:lpstr>confidentiality</vt:lpstr>
      <vt:lpstr>Integrity </vt:lpstr>
      <vt:lpstr>Availability </vt:lpstr>
      <vt:lpstr>ISMS and InfoSec </vt:lpstr>
      <vt:lpstr>GDPR and InfoSec </vt:lpstr>
      <vt:lpstr>PowerPoint Presentation</vt:lpstr>
      <vt:lpstr>Types of infosec</vt:lpstr>
      <vt:lpstr>Application Security</vt:lpstr>
      <vt:lpstr>Cloud security </vt:lpstr>
      <vt:lpstr>Cryptography </vt:lpstr>
      <vt:lpstr>Infrastructure security </vt:lpstr>
      <vt:lpstr>Incident response </vt:lpstr>
      <vt:lpstr>Vulnerability management </vt:lpstr>
      <vt:lpstr>Network Security </vt:lpstr>
      <vt:lpstr>Physical Security</vt:lpstr>
      <vt:lpstr>Operational &amp; Organizational Security </vt:lpstr>
      <vt:lpstr>Data/information security</vt:lpstr>
      <vt:lpstr>Information Security measures</vt:lpstr>
      <vt:lpstr>Data protection law for information security in India</vt:lpstr>
      <vt:lpstr>Cyber security</vt:lpstr>
      <vt:lpstr>PowerPoint Presentation</vt:lpstr>
      <vt:lpstr>PowerPoint Presentation</vt:lpstr>
      <vt:lpstr>Cyber security vs infosec</vt:lpstr>
      <vt:lpstr>Ethical Hacking</vt:lpstr>
      <vt:lpstr>PowerPoint Presentation</vt:lpstr>
      <vt:lpstr>Key concepts of ethical hacking</vt:lpstr>
      <vt:lpstr>How are ethical hackers different than malicious hackers?</vt:lpstr>
      <vt:lpstr>PowerPoint Presentation</vt:lpstr>
      <vt:lpstr>Skills and certifications an ethical hacker should obtain</vt:lpstr>
      <vt:lpstr>Problems that does hacking identify. </vt:lpstr>
      <vt:lpstr>PowerPoint Presentation</vt:lpstr>
      <vt:lpstr>Limitations of ethical hacking </vt:lpstr>
      <vt:lpstr>Service Development life cycle </vt:lpstr>
      <vt:lpstr>Stages of the Service Development Lifecycle</vt:lpstr>
      <vt:lpstr>PowerPoint Presentation</vt:lpstr>
      <vt:lpstr>PowerPoint Presentation</vt:lpstr>
      <vt:lpstr>PowerPoint Presentation</vt:lpstr>
      <vt:lpstr>PowerPoint Presentation</vt:lpstr>
      <vt:lpstr>PowerPoint Presentation</vt:lpstr>
      <vt:lpstr>Security development lifecycle</vt:lpstr>
      <vt:lpstr>What are the Microsoft SDL practices? </vt:lpstr>
      <vt:lpstr>PowerPoint Presentation</vt:lpstr>
      <vt:lpstr>PowerPoint Presentation</vt:lpstr>
      <vt:lpstr>Threat modeling in sdl</vt:lpstr>
      <vt:lpstr> threat modeling process</vt:lpstr>
      <vt:lpstr>PowerPoint Presentation</vt:lpstr>
      <vt:lpstr>Effectiveness of threat modeling</vt:lpstr>
      <vt:lpstr>Threat modeling methods and tools</vt:lpstr>
      <vt:lpstr>PowerPoint Presentation</vt:lpstr>
      <vt:lpstr>PowerPoint Presentation</vt:lpstr>
      <vt:lpstr>Risk Management</vt:lpstr>
      <vt:lpstr>PowerPoint Presentation</vt:lpstr>
      <vt:lpstr>PowerPoint Presentation</vt:lpstr>
      <vt:lpstr>PowerPoint Presentation</vt:lpstr>
      <vt:lpstr>PowerPoint Presentation</vt:lpstr>
      <vt:lpstr>DevRiskOps approach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dc:title>
  <dc:creator>Suhila V M</dc:creator>
  <cp:lastModifiedBy>Suhila V M</cp:lastModifiedBy>
  <cp:revision>3</cp:revision>
  <dcterms:created xsi:type="dcterms:W3CDTF">2026-02-27T01:24:20Z</dcterms:created>
  <dcterms:modified xsi:type="dcterms:W3CDTF">2026-03-23T02:00:23Z</dcterms:modified>
</cp:coreProperties>
</file>